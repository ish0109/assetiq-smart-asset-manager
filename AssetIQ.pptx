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92" r:id="rId5"/>
    <p:sldId id="299" r:id="rId6"/>
    <p:sldId id="261" r:id="rId7"/>
    <p:sldId id="301" r:id="rId8"/>
    <p:sldId id="302" r:id="rId9"/>
    <p:sldId id="279" r:id="rId10"/>
    <p:sldId id="304" r:id="rId11"/>
    <p:sldId id="276" r:id="rId12"/>
    <p:sldId id="303" r:id="rId13"/>
    <p:sldId id="289"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0" d="100"/>
          <a:sy n="70" d="100"/>
        </p:scale>
        <p:origin x="536" y="56"/>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diagrams/_rels/data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diagrams/_rels/drawing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E2EDF4-1F02-4904-8906-2FFE5C739E1C}"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IN"/>
        </a:p>
      </dgm:t>
    </dgm:pt>
    <dgm:pt modelId="{0A57FA6D-197C-4C7A-A296-C58F596509F9}">
      <dgm:prSet phldrT="[Text]"/>
      <dgm:spPr/>
      <dgm:t>
        <a:bodyPr/>
        <a:lstStyle/>
        <a:p>
          <a:pPr>
            <a:buNone/>
          </a:pPr>
          <a:r>
            <a:rPr lang="en-IN" dirty="0"/>
            <a:t>L – Linux: Deployment environment </a:t>
          </a:r>
        </a:p>
      </dgm:t>
    </dgm:pt>
    <dgm:pt modelId="{1CC99950-AE9A-433E-B7C8-A1E1244102A4}" type="parTrans" cxnId="{0A0A27FB-7E2F-467E-AAC4-9FF663EBA019}">
      <dgm:prSet/>
      <dgm:spPr/>
      <dgm:t>
        <a:bodyPr/>
        <a:lstStyle/>
        <a:p>
          <a:endParaRPr lang="en-IN"/>
        </a:p>
      </dgm:t>
    </dgm:pt>
    <dgm:pt modelId="{BC9E0818-C67E-4A27-B775-2BEB71C7D526}" type="sibTrans" cxnId="{0A0A27FB-7E2F-467E-AAC4-9FF663EBA019}">
      <dgm:prSet/>
      <dgm:spPr/>
      <dgm:t>
        <a:bodyPr/>
        <a:lstStyle/>
        <a:p>
          <a:endParaRPr lang="en-IN"/>
        </a:p>
      </dgm:t>
    </dgm:pt>
    <dgm:pt modelId="{15E47B74-8B68-463D-8770-1A96A6D97244}">
      <dgm:prSet phldrT="[Text]"/>
      <dgm:spPr/>
      <dgm:t>
        <a:bodyPr/>
        <a:lstStyle/>
        <a:p>
          <a:pPr>
            <a:buNone/>
          </a:pPr>
          <a:r>
            <a:rPr lang="en-IN" dirty="0"/>
            <a:t>E – Nginx: Web server for handling requests </a:t>
          </a:r>
        </a:p>
      </dgm:t>
    </dgm:pt>
    <dgm:pt modelId="{D7909454-6857-4722-AC96-E564F4978286}" type="parTrans" cxnId="{C054CFF5-123F-4538-855B-A2FC84522911}">
      <dgm:prSet/>
      <dgm:spPr/>
      <dgm:t>
        <a:bodyPr/>
        <a:lstStyle/>
        <a:p>
          <a:endParaRPr lang="en-IN"/>
        </a:p>
      </dgm:t>
    </dgm:pt>
    <dgm:pt modelId="{502D6644-B1AD-4284-A19D-81E6B1A80617}" type="sibTrans" cxnId="{C054CFF5-123F-4538-855B-A2FC84522911}">
      <dgm:prSet/>
      <dgm:spPr/>
      <dgm:t>
        <a:bodyPr/>
        <a:lstStyle/>
        <a:p>
          <a:endParaRPr lang="en-IN"/>
        </a:p>
      </dgm:t>
    </dgm:pt>
    <dgm:pt modelId="{1F7D9BAA-982A-4DA3-982F-B66802235877}">
      <dgm:prSet phldrT="[Text]" phldr="0"/>
      <dgm:spPr/>
      <dgm:t>
        <a:bodyPr/>
        <a:lstStyle/>
        <a:p>
          <a:pPr>
            <a:buNone/>
          </a:pPr>
          <a:r>
            <a:rPr lang="en-IN" dirty="0"/>
            <a:t>M – MongoDB Atlas : Database for storing user data </a:t>
          </a:r>
        </a:p>
      </dgm:t>
    </dgm:pt>
    <dgm:pt modelId="{E0281A8A-37D6-441B-9EE7-B49A7BD45043}" type="parTrans" cxnId="{8967ECC2-37FE-47A9-8E1E-E5F53E2F8467}">
      <dgm:prSet/>
      <dgm:spPr/>
      <dgm:t>
        <a:bodyPr/>
        <a:lstStyle/>
        <a:p>
          <a:endParaRPr lang="en-IN"/>
        </a:p>
      </dgm:t>
    </dgm:pt>
    <dgm:pt modelId="{6853EA7D-8D80-42CA-AEB5-76851C96FAD5}" type="sibTrans" cxnId="{8967ECC2-37FE-47A9-8E1E-E5F53E2F8467}">
      <dgm:prSet/>
      <dgm:spPr/>
      <dgm:t>
        <a:bodyPr/>
        <a:lstStyle/>
        <a:p>
          <a:endParaRPr lang="en-IN"/>
        </a:p>
      </dgm:t>
    </dgm:pt>
    <dgm:pt modelId="{94188A42-8DDB-4502-80AF-7690CB4691EE}">
      <dgm:prSet phldrT="[Text]" phldr="0"/>
      <dgm:spPr/>
      <dgm:t>
        <a:bodyPr/>
        <a:lstStyle/>
        <a:p>
          <a:pPr>
            <a:buNone/>
          </a:pPr>
          <a:r>
            <a:rPr lang="en-US" dirty="0"/>
            <a:t>P – PHP: Backend API for business logic </a:t>
          </a:r>
          <a:endParaRPr lang="en-IN" dirty="0"/>
        </a:p>
      </dgm:t>
    </dgm:pt>
    <dgm:pt modelId="{2BE7109A-A6BE-40BA-A32F-B38D9EF8AED9}" type="parTrans" cxnId="{E3A0915F-E510-4D60-8C62-03907B07AC7A}">
      <dgm:prSet/>
      <dgm:spPr/>
      <dgm:t>
        <a:bodyPr/>
        <a:lstStyle/>
        <a:p>
          <a:endParaRPr lang="en-IN"/>
        </a:p>
      </dgm:t>
    </dgm:pt>
    <dgm:pt modelId="{AC1914D3-6CF4-4AFC-AB27-2D4EF17FD212}" type="sibTrans" cxnId="{E3A0915F-E510-4D60-8C62-03907B07AC7A}">
      <dgm:prSet/>
      <dgm:spPr/>
      <dgm:t>
        <a:bodyPr/>
        <a:lstStyle/>
        <a:p>
          <a:endParaRPr lang="en-IN"/>
        </a:p>
      </dgm:t>
    </dgm:pt>
    <dgm:pt modelId="{72063A15-3035-4CA7-BCBD-FC162ACEE501}" type="pres">
      <dgm:prSet presAssocID="{80E2EDF4-1F02-4904-8906-2FFE5C739E1C}" presName="Name0" presStyleCnt="0">
        <dgm:presLayoutVars>
          <dgm:chMax val="7"/>
          <dgm:chPref val="7"/>
          <dgm:dir/>
        </dgm:presLayoutVars>
      </dgm:prSet>
      <dgm:spPr/>
    </dgm:pt>
    <dgm:pt modelId="{59219ADF-1A33-428B-9CC3-D878F8BCC9EC}" type="pres">
      <dgm:prSet presAssocID="{80E2EDF4-1F02-4904-8906-2FFE5C739E1C}" presName="Name1" presStyleCnt="0"/>
      <dgm:spPr/>
    </dgm:pt>
    <dgm:pt modelId="{C20521F8-6D60-464E-B7AD-41D43B6BDFB4}" type="pres">
      <dgm:prSet presAssocID="{80E2EDF4-1F02-4904-8906-2FFE5C739E1C}" presName="cycle" presStyleCnt="0"/>
      <dgm:spPr/>
    </dgm:pt>
    <dgm:pt modelId="{2A5EDD88-AA9E-4A8D-A636-B003522325DB}" type="pres">
      <dgm:prSet presAssocID="{80E2EDF4-1F02-4904-8906-2FFE5C739E1C}" presName="srcNode" presStyleLbl="node1" presStyleIdx="0" presStyleCnt="4"/>
      <dgm:spPr/>
    </dgm:pt>
    <dgm:pt modelId="{D7806864-10E5-4328-A628-B49F69E26962}" type="pres">
      <dgm:prSet presAssocID="{80E2EDF4-1F02-4904-8906-2FFE5C739E1C}" presName="conn" presStyleLbl="parChTrans1D2" presStyleIdx="0" presStyleCnt="1"/>
      <dgm:spPr/>
    </dgm:pt>
    <dgm:pt modelId="{C0BC642B-59B9-4C73-91F8-DA349E05E712}" type="pres">
      <dgm:prSet presAssocID="{80E2EDF4-1F02-4904-8906-2FFE5C739E1C}" presName="extraNode" presStyleLbl="node1" presStyleIdx="0" presStyleCnt="4"/>
      <dgm:spPr/>
    </dgm:pt>
    <dgm:pt modelId="{80A6184B-2142-4418-8AAB-ADEDF9F8BB9E}" type="pres">
      <dgm:prSet presAssocID="{80E2EDF4-1F02-4904-8906-2FFE5C739E1C}" presName="dstNode" presStyleLbl="node1" presStyleIdx="0" presStyleCnt="4"/>
      <dgm:spPr/>
    </dgm:pt>
    <dgm:pt modelId="{D26078E3-A0A8-4E26-9502-76266329B671}" type="pres">
      <dgm:prSet presAssocID="{0A57FA6D-197C-4C7A-A296-C58F596509F9}" presName="text_1" presStyleLbl="node1" presStyleIdx="0" presStyleCnt="4">
        <dgm:presLayoutVars>
          <dgm:bulletEnabled val="1"/>
        </dgm:presLayoutVars>
      </dgm:prSet>
      <dgm:spPr/>
    </dgm:pt>
    <dgm:pt modelId="{608C1835-93C3-43FE-9C73-F94B741962DB}" type="pres">
      <dgm:prSet presAssocID="{0A57FA6D-197C-4C7A-A296-C58F596509F9}" presName="accent_1" presStyleCnt="0"/>
      <dgm:spPr/>
    </dgm:pt>
    <dgm:pt modelId="{6EC37EF7-4CE6-4C7E-960D-77E231C8F4E8}" type="pres">
      <dgm:prSet presAssocID="{0A57FA6D-197C-4C7A-A296-C58F596509F9}" presName="accentRepeatNode" presStyleLbl="solidFgAcc1" presStyleIdx="0" presStyleCnt="4"/>
      <dgm:spPr/>
    </dgm:pt>
    <dgm:pt modelId="{3DA0C5D9-A6A8-4E08-9D05-0B21D2EAAB55}" type="pres">
      <dgm:prSet presAssocID="{15E47B74-8B68-463D-8770-1A96A6D97244}" presName="text_2" presStyleLbl="node1" presStyleIdx="1" presStyleCnt="4">
        <dgm:presLayoutVars>
          <dgm:bulletEnabled val="1"/>
        </dgm:presLayoutVars>
      </dgm:prSet>
      <dgm:spPr/>
    </dgm:pt>
    <dgm:pt modelId="{B82352A3-F8AC-4602-A873-F1A8503F5EF5}" type="pres">
      <dgm:prSet presAssocID="{15E47B74-8B68-463D-8770-1A96A6D97244}" presName="accent_2" presStyleCnt="0"/>
      <dgm:spPr/>
    </dgm:pt>
    <dgm:pt modelId="{B2437E36-4289-44EC-BD18-1E270C4053C5}" type="pres">
      <dgm:prSet presAssocID="{15E47B74-8B68-463D-8770-1A96A6D97244}" presName="accentRepeatNode" presStyleLbl="solidFgAcc1" presStyleIdx="1" presStyleCnt="4"/>
      <dgm:spPr>
        <a:blipFill rotWithShape="0">
          <a:blip xmlns:r="http://schemas.openxmlformats.org/officeDocument/2006/relationships" r:embed="rId1"/>
          <a:srcRect/>
          <a:stretch>
            <a:fillRect l="-7000" r="-7000"/>
          </a:stretch>
        </a:blipFill>
      </dgm:spPr>
    </dgm:pt>
    <dgm:pt modelId="{EA207098-B173-4B5E-862C-21FAD78B4BBA}" type="pres">
      <dgm:prSet presAssocID="{1F7D9BAA-982A-4DA3-982F-B66802235877}" presName="text_3" presStyleLbl="node1" presStyleIdx="2" presStyleCnt="4">
        <dgm:presLayoutVars>
          <dgm:bulletEnabled val="1"/>
        </dgm:presLayoutVars>
      </dgm:prSet>
      <dgm:spPr/>
    </dgm:pt>
    <dgm:pt modelId="{D4D913CD-54FA-415D-B84C-C6D7143921A4}" type="pres">
      <dgm:prSet presAssocID="{1F7D9BAA-982A-4DA3-982F-B66802235877}" presName="accent_3" presStyleCnt="0"/>
      <dgm:spPr/>
    </dgm:pt>
    <dgm:pt modelId="{626AD9A6-6EB5-4A6A-9D11-B82AB467AB37}" type="pres">
      <dgm:prSet presAssocID="{1F7D9BAA-982A-4DA3-982F-B66802235877}" presName="accentRepeatNode" presStyleLbl="solidFgAcc1" presStyleIdx="2" presStyleCnt="4"/>
      <dgm:spPr>
        <a:blipFill rotWithShape="0">
          <a:blip xmlns:r="http://schemas.openxmlformats.org/officeDocument/2006/relationships" r:embed="rId2"/>
          <a:srcRect/>
          <a:stretch>
            <a:fillRect t="-1000" b="-1000"/>
          </a:stretch>
        </a:blipFill>
      </dgm:spPr>
    </dgm:pt>
    <dgm:pt modelId="{F271F91D-112A-4B7F-8BE8-54C55CED01D5}" type="pres">
      <dgm:prSet presAssocID="{94188A42-8DDB-4502-80AF-7690CB4691EE}" presName="text_4" presStyleLbl="node1" presStyleIdx="3" presStyleCnt="4">
        <dgm:presLayoutVars>
          <dgm:bulletEnabled val="1"/>
        </dgm:presLayoutVars>
      </dgm:prSet>
      <dgm:spPr/>
    </dgm:pt>
    <dgm:pt modelId="{D25CC6CD-466D-48A8-A24F-3990EAAE08C2}" type="pres">
      <dgm:prSet presAssocID="{94188A42-8DDB-4502-80AF-7690CB4691EE}" presName="accent_4" presStyleCnt="0"/>
      <dgm:spPr/>
    </dgm:pt>
    <dgm:pt modelId="{9B5FC8D4-E30C-49E4-9E0F-B5606E654713}" type="pres">
      <dgm:prSet presAssocID="{94188A42-8DDB-4502-80AF-7690CB4691EE}" presName="accentRepeatNode" presStyleLbl="solidFgAcc1" presStyleIdx="3" presStyleCnt="4"/>
      <dgm:spPr>
        <a:blipFill rotWithShape="0">
          <a:blip xmlns:r="http://schemas.openxmlformats.org/officeDocument/2006/relationships" r:embed="rId3"/>
          <a:srcRect/>
          <a:stretch>
            <a:fillRect l="-19000" r="-19000"/>
          </a:stretch>
        </a:blipFill>
      </dgm:spPr>
    </dgm:pt>
  </dgm:ptLst>
  <dgm:cxnLst>
    <dgm:cxn modelId="{E3A0915F-E510-4D60-8C62-03907B07AC7A}" srcId="{80E2EDF4-1F02-4904-8906-2FFE5C739E1C}" destId="{94188A42-8DDB-4502-80AF-7690CB4691EE}" srcOrd="3" destOrd="0" parTransId="{2BE7109A-A6BE-40BA-A32F-B38D9EF8AED9}" sibTransId="{AC1914D3-6CF4-4AFC-AB27-2D4EF17FD212}"/>
    <dgm:cxn modelId="{0B773F64-0F42-4ECF-B56A-DD861B734F1C}" type="presOf" srcId="{80E2EDF4-1F02-4904-8906-2FFE5C739E1C}" destId="{72063A15-3035-4CA7-BCBD-FC162ACEE501}" srcOrd="0" destOrd="0" presId="urn:microsoft.com/office/officeart/2008/layout/VerticalCurvedList"/>
    <dgm:cxn modelId="{135C6F47-23DC-4ECD-897E-801033408895}" type="presOf" srcId="{15E47B74-8B68-463D-8770-1A96A6D97244}" destId="{3DA0C5D9-A6A8-4E08-9D05-0B21D2EAAB55}" srcOrd="0" destOrd="0" presId="urn:microsoft.com/office/officeart/2008/layout/VerticalCurvedList"/>
    <dgm:cxn modelId="{70366776-7104-435B-8594-A43575A30F64}" type="presOf" srcId="{94188A42-8DDB-4502-80AF-7690CB4691EE}" destId="{F271F91D-112A-4B7F-8BE8-54C55CED01D5}" srcOrd="0" destOrd="0" presId="urn:microsoft.com/office/officeart/2008/layout/VerticalCurvedList"/>
    <dgm:cxn modelId="{25304785-67C5-4314-B7BA-F2BC45F367E5}" type="presOf" srcId="{0A57FA6D-197C-4C7A-A296-C58F596509F9}" destId="{D26078E3-A0A8-4E26-9502-76266329B671}" srcOrd="0" destOrd="0" presId="urn:microsoft.com/office/officeart/2008/layout/VerticalCurvedList"/>
    <dgm:cxn modelId="{697D799D-6F0F-4D19-989B-985B4BD964D5}" type="presOf" srcId="{1F7D9BAA-982A-4DA3-982F-B66802235877}" destId="{EA207098-B173-4B5E-862C-21FAD78B4BBA}" srcOrd="0" destOrd="0" presId="urn:microsoft.com/office/officeart/2008/layout/VerticalCurvedList"/>
    <dgm:cxn modelId="{D8D107BF-B1B5-4C4D-8A5A-BA7E7FE9E01D}" type="presOf" srcId="{BC9E0818-C67E-4A27-B775-2BEB71C7D526}" destId="{D7806864-10E5-4328-A628-B49F69E26962}" srcOrd="0" destOrd="0" presId="urn:microsoft.com/office/officeart/2008/layout/VerticalCurvedList"/>
    <dgm:cxn modelId="{8967ECC2-37FE-47A9-8E1E-E5F53E2F8467}" srcId="{80E2EDF4-1F02-4904-8906-2FFE5C739E1C}" destId="{1F7D9BAA-982A-4DA3-982F-B66802235877}" srcOrd="2" destOrd="0" parTransId="{E0281A8A-37D6-441B-9EE7-B49A7BD45043}" sibTransId="{6853EA7D-8D80-42CA-AEB5-76851C96FAD5}"/>
    <dgm:cxn modelId="{C054CFF5-123F-4538-855B-A2FC84522911}" srcId="{80E2EDF4-1F02-4904-8906-2FFE5C739E1C}" destId="{15E47B74-8B68-463D-8770-1A96A6D97244}" srcOrd="1" destOrd="0" parTransId="{D7909454-6857-4722-AC96-E564F4978286}" sibTransId="{502D6644-B1AD-4284-A19D-81E6B1A80617}"/>
    <dgm:cxn modelId="{0A0A27FB-7E2F-467E-AAC4-9FF663EBA019}" srcId="{80E2EDF4-1F02-4904-8906-2FFE5C739E1C}" destId="{0A57FA6D-197C-4C7A-A296-C58F596509F9}" srcOrd="0" destOrd="0" parTransId="{1CC99950-AE9A-433E-B7C8-A1E1244102A4}" sibTransId="{BC9E0818-C67E-4A27-B775-2BEB71C7D526}"/>
    <dgm:cxn modelId="{AD68C816-81BA-48B8-AAFF-5F7BEB4904CF}" type="presParOf" srcId="{72063A15-3035-4CA7-BCBD-FC162ACEE501}" destId="{59219ADF-1A33-428B-9CC3-D878F8BCC9EC}" srcOrd="0" destOrd="0" presId="urn:microsoft.com/office/officeart/2008/layout/VerticalCurvedList"/>
    <dgm:cxn modelId="{C40BB25B-59C9-4329-B100-EEBAC58534AC}" type="presParOf" srcId="{59219ADF-1A33-428B-9CC3-D878F8BCC9EC}" destId="{C20521F8-6D60-464E-B7AD-41D43B6BDFB4}" srcOrd="0" destOrd="0" presId="urn:microsoft.com/office/officeart/2008/layout/VerticalCurvedList"/>
    <dgm:cxn modelId="{E36CDA0E-3719-4D57-8A19-067102FF01C8}" type="presParOf" srcId="{C20521F8-6D60-464E-B7AD-41D43B6BDFB4}" destId="{2A5EDD88-AA9E-4A8D-A636-B003522325DB}" srcOrd="0" destOrd="0" presId="urn:microsoft.com/office/officeart/2008/layout/VerticalCurvedList"/>
    <dgm:cxn modelId="{5DE6D205-178F-4B09-BF96-77ED8E7B3CFB}" type="presParOf" srcId="{C20521F8-6D60-464E-B7AD-41D43B6BDFB4}" destId="{D7806864-10E5-4328-A628-B49F69E26962}" srcOrd="1" destOrd="0" presId="urn:microsoft.com/office/officeart/2008/layout/VerticalCurvedList"/>
    <dgm:cxn modelId="{433BA295-27C6-48AA-932A-D6714F3A1E22}" type="presParOf" srcId="{C20521F8-6D60-464E-B7AD-41D43B6BDFB4}" destId="{C0BC642B-59B9-4C73-91F8-DA349E05E712}" srcOrd="2" destOrd="0" presId="urn:microsoft.com/office/officeart/2008/layout/VerticalCurvedList"/>
    <dgm:cxn modelId="{D386C4BF-C6D2-4B46-A077-005D4F08B37A}" type="presParOf" srcId="{C20521F8-6D60-464E-B7AD-41D43B6BDFB4}" destId="{80A6184B-2142-4418-8AAB-ADEDF9F8BB9E}" srcOrd="3" destOrd="0" presId="urn:microsoft.com/office/officeart/2008/layout/VerticalCurvedList"/>
    <dgm:cxn modelId="{7AE618E1-6C8F-4DD0-9D70-6C637EB7D465}" type="presParOf" srcId="{59219ADF-1A33-428B-9CC3-D878F8BCC9EC}" destId="{D26078E3-A0A8-4E26-9502-76266329B671}" srcOrd="1" destOrd="0" presId="urn:microsoft.com/office/officeart/2008/layout/VerticalCurvedList"/>
    <dgm:cxn modelId="{C1031CBD-2C1C-47E4-A019-AE946CEB7F9E}" type="presParOf" srcId="{59219ADF-1A33-428B-9CC3-D878F8BCC9EC}" destId="{608C1835-93C3-43FE-9C73-F94B741962DB}" srcOrd="2" destOrd="0" presId="urn:microsoft.com/office/officeart/2008/layout/VerticalCurvedList"/>
    <dgm:cxn modelId="{FC79C226-05E1-4121-B1C1-13ABEB501630}" type="presParOf" srcId="{608C1835-93C3-43FE-9C73-F94B741962DB}" destId="{6EC37EF7-4CE6-4C7E-960D-77E231C8F4E8}" srcOrd="0" destOrd="0" presId="urn:microsoft.com/office/officeart/2008/layout/VerticalCurvedList"/>
    <dgm:cxn modelId="{9A3B567A-FAC5-4F08-8848-CE50A52E0671}" type="presParOf" srcId="{59219ADF-1A33-428B-9CC3-D878F8BCC9EC}" destId="{3DA0C5D9-A6A8-4E08-9D05-0B21D2EAAB55}" srcOrd="3" destOrd="0" presId="urn:microsoft.com/office/officeart/2008/layout/VerticalCurvedList"/>
    <dgm:cxn modelId="{4A8235EB-277E-41B0-B4DD-5A8B3C9CC29A}" type="presParOf" srcId="{59219ADF-1A33-428B-9CC3-D878F8BCC9EC}" destId="{B82352A3-F8AC-4602-A873-F1A8503F5EF5}" srcOrd="4" destOrd="0" presId="urn:microsoft.com/office/officeart/2008/layout/VerticalCurvedList"/>
    <dgm:cxn modelId="{2168ED4A-EF1E-45E7-8E8C-63EF236A2160}" type="presParOf" srcId="{B82352A3-F8AC-4602-A873-F1A8503F5EF5}" destId="{B2437E36-4289-44EC-BD18-1E270C4053C5}" srcOrd="0" destOrd="0" presId="urn:microsoft.com/office/officeart/2008/layout/VerticalCurvedList"/>
    <dgm:cxn modelId="{DBEAF7F3-9023-4CF3-B856-218835D986C0}" type="presParOf" srcId="{59219ADF-1A33-428B-9CC3-D878F8BCC9EC}" destId="{EA207098-B173-4B5E-862C-21FAD78B4BBA}" srcOrd="5" destOrd="0" presId="urn:microsoft.com/office/officeart/2008/layout/VerticalCurvedList"/>
    <dgm:cxn modelId="{A436DFEA-60C4-4138-9655-F88C3B01FEAE}" type="presParOf" srcId="{59219ADF-1A33-428B-9CC3-D878F8BCC9EC}" destId="{D4D913CD-54FA-415D-B84C-C6D7143921A4}" srcOrd="6" destOrd="0" presId="urn:microsoft.com/office/officeart/2008/layout/VerticalCurvedList"/>
    <dgm:cxn modelId="{9390E699-A67E-472D-89E7-E34C7C7DD731}" type="presParOf" srcId="{D4D913CD-54FA-415D-B84C-C6D7143921A4}" destId="{626AD9A6-6EB5-4A6A-9D11-B82AB467AB37}" srcOrd="0" destOrd="0" presId="urn:microsoft.com/office/officeart/2008/layout/VerticalCurvedList"/>
    <dgm:cxn modelId="{6E67300C-8225-4153-B187-3C181812E447}" type="presParOf" srcId="{59219ADF-1A33-428B-9CC3-D878F8BCC9EC}" destId="{F271F91D-112A-4B7F-8BE8-54C55CED01D5}" srcOrd="7" destOrd="0" presId="urn:microsoft.com/office/officeart/2008/layout/VerticalCurvedList"/>
    <dgm:cxn modelId="{BD3B9B49-2B25-402B-AB41-053428CC964C}" type="presParOf" srcId="{59219ADF-1A33-428B-9CC3-D878F8BCC9EC}" destId="{D25CC6CD-466D-48A8-A24F-3990EAAE08C2}" srcOrd="8" destOrd="0" presId="urn:microsoft.com/office/officeart/2008/layout/VerticalCurvedList"/>
    <dgm:cxn modelId="{BEEF6C36-A0BB-44A8-B868-0D220E5636F2}" type="presParOf" srcId="{D25CC6CD-466D-48A8-A24F-3990EAAE08C2}" destId="{9B5FC8D4-E30C-49E4-9E0F-B5606E65471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3A5E7D-8AC4-4FE9-93C6-18513CB4637C}" type="doc">
      <dgm:prSet loTypeId="urn:microsoft.com/office/officeart/2005/8/layout/vList6" loCatId="list" qsTypeId="urn:microsoft.com/office/officeart/2005/8/quickstyle/simple1" qsCatId="simple" csTypeId="urn:microsoft.com/office/officeart/2005/8/colors/colorful1" csCatId="colorful" phldr="1"/>
      <dgm:spPr/>
      <dgm:t>
        <a:bodyPr/>
        <a:lstStyle/>
        <a:p>
          <a:endParaRPr lang="en-IN"/>
        </a:p>
      </dgm:t>
    </dgm:pt>
    <dgm:pt modelId="{7A0BFFD4-DB2F-4BBC-B66F-013A4F083FA0}">
      <dgm:prSet phldrT="[Text]" phldr="1"/>
      <dgm:spPr>
        <a:blipFill rotWithShape="0">
          <a:blip xmlns:r="http://schemas.openxmlformats.org/officeDocument/2006/relationships" r:embed="rId1"/>
          <a:srcRect/>
          <a:stretch>
            <a:fillRect l="-5000" r="-5000"/>
          </a:stretch>
        </a:blipFill>
      </dgm:spPr>
      <dgm:t>
        <a:bodyPr/>
        <a:lstStyle/>
        <a:p>
          <a:endParaRPr lang="en-IN" dirty="0"/>
        </a:p>
      </dgm:t>
    </dgm:pt>
    <dgm:pt modelId="{BFD6E7AC-52C8-4CD0-9A79-D7AA7D660422}" type="parTrans" cxnId="{9736538B-89A7-4473-8863-F4754960E91C}">
      <dgm:prSet/>
      <dgm:spPr/>
      <dgm:t>
        <a:bodyPr/>
        <a:lstStyle/>
        <a:p>
          <a:endParaRPr lang="en-IN"/>
        </a:p>
      </dgm:t>
    </dgm:pt>
    <dgm:pt modelId="{9CBF4976-22ED-439C-BC15-B9BACB3FC69D}" type="sibTrans" cxnId="{9736538B-89A7-4473-8863-F4754960E91C}">
      <dgm:prSet/>
      <dgm:spPr/>
      <dgm:t>
        <a:bodyPr/>
        <a:lstStyle/>
        <a:p>
          <a:endParaRPr lang="en-IN"/>
        </a:p>
      </dgm:t>
    </dgm:pt>
    <dgm:pt modelId="{FCC61A8C-2D80-4F28-A8A8-A6A0ABE2FDC4}">
      <dgm:prSet phldrT="[Text]"/>
      <dgm:spPr/>
      <dgm:t>
        <a:bodyPr/>
        <a:lstStyle/>
        <a:p>
          <a:pPr>
            <a:buNone/>
          </a:pPr>
          <a:r>
            <a:rPr lang="en-IN" dirty="0"/>
            <a:t>Frontend:</a:t>
          </a:r>
        </a:p>
      </dgm:t>
    </dgm:pt>
    <dgm:pt modelId="{04BD88E5-EE20-404C-B25C-4FD8A01A5173}" type="parTrans" cxnId="{B057F5E2-E9F5-42BA-AB9E-3E6DA26A4F01}">
      <dgm:prSet/>
      <dgm:spPr/>
      <dgm:t>
        <a:bodyPr/>
        <a:lstStyle/>
        <a:p>
          <a:endParaRPr lang="en-IN"/>
        </a:p>
      </dgm:t>
    </dgm:pt>
    <dgm:pt modelId="{2B1AAEF3-466C-44C0-901B-2A68B4C36BD7}" type="sibTrans" cxnId="{B057F5E2-E9F5-42BA-AB9E-3E6DA26A4F01}">
      <dgm:prSet/>
      <dgm:spPr/>
      <dgm:t>
        <a:bodyPr/>
        <a:lstStyle/>
        <a:p>
          <a:endParaRPr lang="en-IN"/>
        </a:p>
      </dgm:t>
    </dgm:pt>
    <dgm:pt modelId="{902861E1-14AC-43DE-82D6-C9A440E11720}">
      <dgm:prSet phldrT="[Text]"/>
      <dgm:spPr>
        <a:blipFill rotWithShape="0">
          <a:blip xmlns:r="http://schemas.openxmlformats.org/officeDocument/2006/relationships" r:embed="rId2"/>
          <a:srcRect/>
          <a:stretch>
            <a:fillRect l="-2000" r="-2000"/>
          </a:stretch>
        </a:blipFill>
      </dgm:spPr>
      <dgm:t>
        <a:bodyPr/>
        <a:lstStyle/>
        <a:p>
          <a:pPr>
            <a:buNone/>
          </a:pPr>
          <a:endParaRPr lang="en-IN" dirty="0"/>
        </a:p>
      </dgm:t>
    </dgm:pt>
    <dgm:pt modelId="{C6D39557-1A6D-4B60-A0AC-1A3728AC4C78}" type="parTrans" cxnId="{15F60BC4-624D-43D4-897B-D00244C0A365}">
      <dgm:prSet/>
      <dgm:spPr/>
      <dgm:t>
        <a:bodyPr/>
        <a:lstStyle/>
        <a:p>
          <a:endParaRPr lang="en-IN"/>
        </a:p>
      </dgm:t>
    </dgm:pt>
    <dgm:pt modelId="{5BB48869-A335-4A16-A0D1-A53ABC15D122}" type="sibTrans" cxnId="{15F60BC4-624D-43D4-897B-D00244C0A365}">
      <dgm:prSet/>
      <dgm:spPr/>
      <dgm:t>
        <a:bodyPr/>
        <a:lstStyle/>
        <a:p>
          <a:endParaRPr lang="en-IN"/>
        </a:p>
      </dgm:t>
    </dgm:pt>
    <dgm:pt modelId="{5C9A8014-0D26-46A9-B0FC-82351B98436F}">
      <dgm:prSet phldrT="[Text]"/>
      <dgm:spPr/>
      <dgm:t>
        <a:bodyPr/>
        <a:lstStyle/>
        <a:p>
          <a:pPr>
            <a:buNone/>
          </a:pPr>
          <a:r>
            <a:rPr lang="en-IN" dirty="0"/>
            <a:t>Styling :</a:t>
          </a:r>
        </a:p>
      </dgm:t>
    </dgm:pt>
    <dgm:pt modelId="{4C52BA4C-6471-471A-BB25-3415964E392A}" type="parTrans" cxnId="{CBBEF75C-E10D-4C47-BD7A-312B6F7EEC96}">
      <dgm:prSet/>
      <dgm:spPr/>
      <dgm:t>
        <a:bodyPr/>
        <a:lstStyle/>
        <a:p>
          <a:endParaRPr lang="en-IN"/>
        </a:p>
      </dgm:t>
    </dgm:pt>
    <dgm:pt modelId="{99D0AFDB-BE54-4A26-ACD3-395777758779}" type="sibTrans" cxnId="{CBBEF75C-E10D-4C47-BD7A-312B6F7EEC96}">
      <dgm:prSet/>
      <dgm:spPr/>
      <dgm:t>
        <a:bodyPr/>
        <a:lstStyle/>
        <a:p>
          <a:endParaRPr lang="en-IN"/>
        </a:p>
      </dgm:t>
    </dgm:pt>
    <dgm:pt modelId="{D6B3676D-1EF2-4667-9EBC-4BB64BCEDECC}">
      <dgm:prSet phldrT="[Text]"/>
      <dgm:spPr/>
      <dgm:t>
        <a:bodyPr/>
        <a:lstStyle/>
        <a:p>
          <a:pPr>
            <a:buNone/>
          </a:pPr>
          <a:r>
            <a:rPr lang="en-IN" dirty="0"/>
            <a:t>Next.js (React) </a:t>
          </a:r>
        </a:p>
      </dgm:t>
    </dgm:pt>
    <dgm:pt modelId="{DD8CEA65-B272-4DDB-B6B2-5C19EC6EE3D6}" type="parTrans" cxnId="{69F4C7E7-DEFF-464A-BB69-421AEC5174E7}">
      <dgm:prSet/>
      <dgm:spPr/>
      <dgm:t>
        <a:bodyPr/>
        <a:lstStyle/>
        <a:p>
          <a:endParaRPr lang="en-IN"/>
        </a:p>
      </dgm:t>
    </dgm:pt>
    <dgm:pt modelId="{B198EF60-1AEB-4EE4-8E14-2CD4B4C1598B}" type="sibTrans" cxnId="{69F4C7E7-DEFF-464A-BB69-421AEC5174E7}">
      <dgm:prSet/>
      <dgm:spPr/>
      <dgm:t>
        <a:bodyPr/>
        <a:lstStyle/>
        <a:p>
          <a:endParaRPr lang="en-IN"/>
        </a:p>
      </dgm:t>
    </dgm:pt>
    <dgm:pt modelId="{7CA830D3-63B5-4824-A3A5-E02BE9D385EE}">
      <dgm:prSet phldrT="[Text]"/>
      <dgm:spPr/>
      <dgm:t>
        <a:bodyPr/>
        <a:lstStyle/>
        <a:p>
          <a:pPr>
            <a:buNone/>
          </a:pPr>
          <a:r>
            <a:rPr lang="en-IN" dirty="0"/>
            <a:t>Tailwind CSS</a:t>
          </a:r>
        </a:p>
      </dgm:t>
    </dgm:pt>
    <dgm:pt modelId="{9EAE2024-EBA0-42F3-9B34-59B5BAC8DEF9}" type="parTrans" cxnId="{325CD8EC-02D9-4D07-A746-2E4A416DA9A8}">
      <dgm:prSet/>
      <dgm:spPr/>
      <dgm:t>
        <a:bodyPr/>
        <a:lstStyle/>
        <a:p>
          <a:endParaRPr lang="en-IN"/>
        </a:p>
      </dgm:t>
    </dgm:pt>
    <dgm:pt modelId="{41E2EAF6-44B3-49D3-8E98-609B9E85DFF7}" type="sibTrans" cxnId="{325CD8EC-02D9-4D07-A746-2E4A416DA9A8}">
      <dgm:prSet/>
      <dgm:spPr/>
      <dgm:t>
        <a:bodyPr/>
        <a:lstStyle/>
        <a:p>
          <a:endParaRPr lang="en-IN"/>
        </a:p>
      </dgm:t>
    </dgm:pt>
    <dgm:pt modelId="{CDE6D2DD-B6B8-4A08-80F6-845DB2C07643}" type="pres">
      <dgm:prSet presAssocID="{473A5E7D-8AC4-4FE9-93C6-18513CB4637C}" presName="Name0" presStyleCnt="0">
        <dgm:presLayoutVars>
          <dgm:dir/>
          <dgm:animLvl val="lvl"/>
          <dgm:resizeHandles/>
        </dgm:presLayoutVars>
      </dgm:prSet>
      <dgm:spPr/>
    </dgm:pt>
    <dgm:pt modelId="{02B26758-F080-4B44-B8FC-51E206A58F65}" type="pres">
      <dgm:prSet presAssocID="{7A0BFFD4-DB2F-4BBC-B66F-013A4F083FA0}" presName="linNode" presStyleCnt="0"/>
      <dgm:spPr/>
    </dgm:pt>
    <dgm:pt modelId="{932FD60B-9E06-4BE3-9168-765A67D7F167}" type="pres">
      <dgm:prSet presAssocID="{7A0BFFD4-DB2F-4BBC-B66F-013A4F083FA0}" presName="parentShp" presStyleLbl="node1" presStyleIdx="0" presStyleCnt="2" custScaleX="67828">
        <dgm:presLayoutVars>
          <dgm:bulletEnabled val="1"/>
        </dgm:presLayoutVars>
      </dgm:prSet>
      <dgm:spPr/>
    </dgm:pt>
    <dgm:pt modelId="{55B22D4E-8EEC-48C2-A5AF-5B2E5E7AA6CC}" type="pres">
      <dgm:prSet presAssocID="{7A0BFFD4-DB2F-4BBC-B66F-013A4F083FA0}" presName="childShp" presStyleLbl="bgAccFollowNode1" presStyleIdx="0" presStyleCnt="2">
        <dgm:presLayoutVars>
          <dgm:bulletEnabled val="1"/>
        </dgm:presLayoutVars>
      </dgm:prSet>
      <dgm:spPr/>
    </dgm:pt>
    <dgm:pt modelId="{70970236-6E77-49E6-AC83-43795C7D3374}" type="pres">
      <dgm:prSet presAssocID="{9CBF4976-22ED-439C-BC15-B9BACB3FC69D}" presName="spacing" presStyleCnt="0"/>
      <dgm:spPr/>
    </dgm:pt>
    <dgm:pt modelId="{C56E0FAE-D9AE-4435-B292-7467FB96452C}" type="pres">
      <dgm:prSet presAssocID="{902861E1-14AC-43DE-82D6-C9A440E11720}" presName="linNode" presStyleCnt="0"/>
      <dgm:spPr/>
    </dgm:pt>
    <dgm:pt modelId="{0D7F2978-5057-4FD0-9AE3-21BE3FFD8BB1}" type="pres">
      <dgm:prSet presAssocID="{902861E1-14AC-43DE-82D6-C9A440E11720}" presName="parentShp" presStyleLbl="node1" presStyleIdx="1" presStyleCnt="2" custScaleX="62198">
        <dgm:presLayoutVars>
          <dgm:bulletEnabled val="1"/>
        </dgm:presLayoutVars>
      </dgm:prSet>
      <dgm:spPr/>
    </dgm:pt>
    <dgm:pt modelId="{3BA9324E-8EB2-4879-85AF-9E8A76E333C2}" type="pres">
      <dgm:prSet presAssocID="{902861E1-14AC-43DE-82D6-C9A440E11720}" presName="childShp" presStyleLbl="bgAccFollowNode1" presStyleIdx="1" presStyleCnt="2">
        <dgm:presLayoutVars>
          <dgm:bulletEnabled val="1"/>
        </dgm:presLayoutVars>
      </dgm:prSet>
      <dgm:spPr/>
    </dgm:pt>
  </dgm:ptLst>
  <dgm:cxnLst>
    <dgm:cxn modelId="{9D18EF0F-9E04-40C9-B945-580408151E93}" type="presOf" srcId="{7CA830D3-63B5-4824-A3A5-E02BE9D385EE}" destId="{3BA9324E-8EB2-4879-85AF-9E8A76E333C2}" srcOrd="0" destOrd="1" presId="urn:microsoft.com/office/officeart/2005/8/layout/vList6"/>
    <dgm:cxn modelId="{CBBEF75C-E10D-4C47-BD7A-312B6F7EEC96}" srcId="{902861E1-14AC-43DE-82D6-C9A440E11720}" destId="{5C9A8014-0D26-46A9-B0FC-82351B98436F}" srcOrd="0" destOrd="0" parTransId="{4C52BA4C-6471-471A-BB25-3415964E392A}" sibTransId="{99D0AFDB-BE54-4A26-ACD3-395777758779}"/>
    <dgm:cxn modelId="{0FEE1562-EF84-45C6-9458-C7A2B7674330}" type="presOf" srcId="{7A0BFFD4-DB2F-4BBC-B66F-013A4F083FA0}" destId="{932FD60B-9E06-4BE3-9168-765A67D7F167}" srcOrd="0" destOrd="0" presId="urn:microsoft.com/office/officeart/2005/8/layout/vList6"/>
    <dgm:cxn modelId="{873BEE4F-326F-4EFE-AEE4-75FF9CCD5CE6}" type="presOf" srcId="{902861E1-14AC-43DE-82D6-C9A440E11720}" destId="{0D7F2978-5057-4FD0-9AE3-21BE3FFD8BB1}" srcOrd="0" destOrd="0" presId="urn:microsoft.com/office/officeart/2005/8/layout/vList6"/>
    <dgm:cxn modelId="{9736538B-89A7-4473-8863-F4754960E91C}" srcId="{473A5E7D-8AC4-4FE9-93C6-18513CB4637C}" destId="{7A0BFFD4-DB2F-4BBC-B66F-013A4F083FA0}" srcOrd="0" destOrd="0" parTransId="{BFD6E7AC-52C8-4CD0-9A79-D7AA7D660422}" sibTransId="{9CBF4976-22ED-439C-BC15-B9BACB3FC69D}"/>
    <dgm:cxn modelId="{3C88BE97-8732-4601-B47E-1119227B05B0}" type="presOf" srcId="{5C9A8014-0D26-46A9-B0FC-82351B98436F}" destId="{3BA9324E-8EB2-4879-85AF-9E8A76E333C2}" srcOrd="0" destOrd="0" presId="urn:microsoft.com/office/officeart/2005/8/layout/vList6"/>
    <dgm:cxn modelId="{15F60BC4-624D-43D4-897B-D00244C0A365}" srcId="{473A5E7D-8AC4-4FE9-93C6-18513CB4637C}" destId="{902861E1-14AC-43DE-82D6-C9A440E11720}" srcOrd="1" destOrd="0" parTransId="{C6D39557-1A6D-4B60-A0AC-1A3728AC4C78}" sibTransId="{5BB48869-A335-4A16-A0D1-A53ABC15D122}"/>
    <dgm:cxn modelId="{963077D4-7B01-4818-9AA9-4A6C1B0D2585}" type="presOf" srcId="{FCC61A8C-2D80-4F28-A8A8-A6A0ABE2FDC4}" destId="{55B22D4E-8EEC-48C2-A5AF-5B2E5E7AA6CC}" srcOrd="0" destOrd="0" presId="urn:microsoft.com/office/officeart/2005/8/layout/vList6"/>
    <dgm:cxn modelId="{B057F5E2-E9F5-42BA-AB9E-3E6DA26A4F01}" srcId="{7A0BFFD4-DB2F-4BBC-B66F-013A4F083FA0}" destId="{FCC61A8C-2D80-4F28-A8A8-A6A0ABE2FDC4}" srcOrd="0" destOrd="0" parTransId="{04BD88E5-EE20-404C-B25C-4FD8A01A5173}" sibTransId="{2B1AAEF3-466C-44C0-901B-2A68B4C36BD7}"/>
    <dgm:cxn modelId="{6C4E0DE4-1F1F-46ED-9EE0-44E5B805B418}" type="presOf" srcId="{D6B3676D-1EF2-4667-9EBC-4BB64BCEDECC}" destId="{55B22D4E-8EEC-48C2-A5AF-5B2E5E7AA6CC}" srcOrd="0" destOrd="1" presId="urn:microsoft.com/office/officeart/2005/8/layout/vList6"/>
    <dgm:cxn modelId="{69F4C7E7-DEFF-464A-BB69-421AEC5174E7}" srcId="{7A0BFFD4-DB2F-4BBC-B66F-013A4F083FA0}" destId="{D6B3676D-1EF2-4667-9EBC-4BB64BCEDECC}" srcOrd="1" destOrd="0" parTransId="{DD8CEA65-B272-4DDB-B6B2-5C19EC6EE3D6}" sibTransId="{B198EF60-1AEB-4EE4-8E14-2CD4B4C1598B}"/>
    <dgm:cxn modelId="{325CD8EC-02D9-4D07-A746-2E4A416DA9A8}" srcId="{902861E1-14AC-43DE-82D6-C9A440E11720}" destId="{7CA830D3-63B5-4824-A3A5-E02BE9D385EE}" srcOrd="1" destOrd="0" parTransId="{9EAE2024-EBA0-42F3-9B34-59B5BAC8DEF9}" sibTransId="{41E2EAF6-44B3-49D3-8E98-609B9E85DFF7}"/>
    <dgm:cxn modelId="{D53775F2-0165-4225-806B-929A2D1BEA02}" type="presOf" srcId="{473A5E7D-8AC4-4FE9-93C6-18513CB4637C}" destId="{CDE6D2DD-B6B8-4A08-80F6-845DB2C07643}" srcOrd="0" destOrd="0" presId="urn:microsoft.com/office/officeart/2005/8/layout/vList6"/>
    <dgm:cxn modelId="{4247EE9C-6D70-4FE0-8E51-BEC5FD4B383C}" type="presParOf" srcId="{CDE6D2DD-B6B8-4A08-80F6-845DB2C07643}" destId="{02B26758-F080-4B44-B8FC-51E206A58F65}" srcOrd="0" destOrd="0" presId="urn:microsoft.com/office/officeart/2005/8/layout/vList6"/>
    <dgm:cxn modelId="{43070867-DA8A-43D8-A40F-BF202B56CE31}" type="presParOf" srcId="{02B26758-F080-4B44-B8FC-51E206A58F65}" destId="{932FD60B-9E06-4BE3-9168-765A67D7F167}" srcOrd="0" destOrd="0" presId="urn:microsoft.com/office/officeart/2005/8/layout/vList6"/>
    <dgm:cxn modelId="{6AD04610-3952-4483-BAB6-C0DED7C12B19}" type="presParOf" srcId="{02B26758-F080-4B44-B8FC-51E206A58F65}" destId="{55B22D4E-8EEC-48C2-A5AF-5B2E5E7AA6CC}" srcOrd="1" destOrd="0" presId="urn:microsoft.com/office/officeart/2005/8/layout/vList6"/>
    <dgm:cxn modelId="{82E27D5A-F91B-4298-A5BE-181FBFCD67A0}" type="presParOf" srcId="{CDE6D2DD-B6B8-4A08-80F6-845DB2C07643}" destId="{70970236-6E77-49E6-AC83-43795C7D3374}" srcOrd="1" destOrd="0" presId="urn:microsoft.com/office/officeart/2005/8/layout/vList6"/>
    <dgm:cxn modelId="{4EE3BAFE-DF6A-4A06-AB8C-61CC7A831B24}" type="presParOf" srcId="{CDE6D2DD-B6B8-4A08-80F6-845DB2C07643}" destId="{C56E0FAE-D9AE-4435-B292-7467FB96452C}" srcOrd="2" destOrd="0" presId="urn:microsoft.com/office/officeart/2005/8/layout/vList6"/>
    <dgm:cxn modelId="{6BD576E8-0D4C-4F24-8DFF-9A696D54CC75}" type="presParOf" srcId="{C56E0FAE-D9AE-4435-B292-7467FB96452C}" destId="{0D7F2978-5057-4FD0-9AE3-21BE3FFD8BB1}" srcOrd="0" destOrd="0" presId="urn:microsoft.com/office/officeart/2005/8/layout/vList6"/>
    <dgm:cxn modelId="{CE928611-A896-4521-B246-C85EF035B52A}" type="presParOf" srcId="{C56E0FAE-D9AE-4435-B292-7467FB96452C}" destId="{3BA9324E-8EB2-4879-85AF-9E8A76E333C2}" srcOrd="1" destOrd="0" presId="urn:microsoft.com/office/officeart/2005/8/layout/vList6"/>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lgn="ctr">
            <a:defRPr b="1"/>
          </a:pPr>
          <a:r>
            <a:rPr lang="en-US" dirty="0">
              <a:solidFill>
                <a:schemeClr val="accent2">
                  <a:lumMod val="60000"/>
                  <a:lumOff val="40000"/>
                </a:schemeClr>
              </a:solidFill>
              <a:latin typeface="+mn-lt"/>
            </a:rPr>
            <a:t>P1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pPr algn="ctr"/>
          <a:r>
            <a:rPr lang="en-US" sz="1800" dirty="0">
              <a:latin typeface="+mn-lt"/>
            </a:rPr>
            <a:t>User</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lgn="ctr">
            <a:defRPr b="1"/>
          </a:pPr>
          <a:r>
            <a:rPr lang="en-US" dirty="0">
              <a:solidFill>
                <a:schemeClr val="accent2">
                  <a:lumMod val="60000"/>
                  <a:lumOff val="40000"/>
                </a:schemeClr>
              </a:solidFill>
              <a:latin typeface="+mn-lt"/>
            </a:rPr>
            <a:t>P2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pPr algn="ctr"/>
          <a:r>
            <a:rPr lang="en-US" sz="1800" dirty="0">
              <a:latin typeface="+mn-lt"/>
            </a:rPr>
            <a:t>Frontend</a:t>
          </a: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lgn="ctr">
            <a:defRPr b="1"/>
          </a:pPr>
          <a:r>
            <a:rPr lang="en-US" dirty="0">
              <a:solidFill>
                <a:schemeClr val="accent2">
                  <a:lumMod val="60000"/>
                  <a:lumOff val="40000"/>
                </a:schemeClr>
              </a:solidFill>
              <a:latin typeface="+mn-lt"/>
            </a:rPr>
            <a:t>P3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pPr algn="ctr"/>
          <a:r>
            <a:rPr lang="en-US" sz="1800" dirty="0">
              <a:latin typeface="+mn-lt"/>
            </a:rPr>
            <a:t>PHP API</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lgn="ctr">
            <a:defRPr b="1"/>
          </a:pPr>
          <a:r>
            <a:rPr lang="en-US" dirty="0">
              <a:solidFill>
                <a:schemeClr val="accent2">
                  <a:lumMod val="60000"/>
                  <a:lumOff val="40000"/>
                </a:schemeClr>
              </a:solidFill>
              <a:latin typeface="+mn-lt"/>
            </a:rPr>
            <a:t>P4</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pPr algn="ctr"/>
          <a:r>
            <a:rPr lang="en-US" sz="1800" dirty="0">
              <a:latin typeface="+mn-lt"/>
            </a:rPr>
            <a:t>MongoDB Atlas (Cloud)</a:t>
          </a: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806864-10E5-4328-A628-B49F69E26962}">
      <dsp:nvSpPr>
        <dsp:cNvPr id="0" name=""/>
        <dsp:cNvSpPr/>
      </dsp:nvSpPr>
      <dsp:spPr>
        <a:xfrm>
          <a:off x="-4332961" y="-664672"/>
          <a:ext cx="5162322" cy="5162322"/>
        </a:xfrm>
        <a:prstGeom prst="blockArc">
          <a:avLst>
            <a:gd name="adj1" fmla="val 18900000"/>
            <a:gd name="adj2" fmla="val 2700000"/>
            <a:gd name="adj3" fmla="val 418"/>
          </a:avLst>
        </a:pr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6078E3-A0A8-4E26-9502-76266329B671}">
      <dsp:nvSpPr>
        <dsp:cNvPr id="0" name=""/>
        <dsp:cNvSpPr/>
      </dsp:nvSpPr>
      <dsp:spPr>
        <a:xfrm>
          <a:off x="434483" y="294679"/>
          <a:ext cx="6854609" cy="58966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8047" tIns="53340" rIns="53340" bIns="53340" numCol="1" spcCol="1270" anchor="ctr" anchorCtr="0">
          <a:noAutofit/>
        </a:bodyPr>
        <a:lstStyle/>
        <a:p>
          <a:pPr marL="0" lvl="0" indent="0" algn="l" defTabSz="933450">
            <a:lnSpc>
              <a:spcPct val="90000"/>
            </a:lnSpc>
            <a:spcBef>
              <a:spcPct val="0"/>
            </a:spcBef>
            <a:spcAft>
              <a:spcPct val="35000"/>
            </a:spcAft>
            <a:buNone/>
          </a:pPr>
          <a:r>
            <a:rPr lang="en-IN" sz="2100" kern="1200" dirty="0"/>
            <a:t>L – Linux: Deployment environment </a:t>
          </a:r>
        </a:p>
      </dsp:txBody>
      <dsp:txXfrm>
        <a:off x="434483" y="294679"/>
        <a:ext cx="6854609" cy="589665"/>
      </dsp:txXfrm>
    </dsp:sp>
    <dsp:sp modelId="{6EC37EF7-4CE6-4C7E-960D-77E231C8F4E8}">
      <dsp:nvSpPr>
        <dsp:cNvPr id="0" name=""/>
        <dsp:cNvSpPr/>
      </dsp:nvSpPr>
      <dsp:spPr>
        <a:xfrm>
          <a:off x="65942" y="220971"/>
          <a:ext cx="737081" cy="737081"/>
        </a:xfrm>
        <a:prstGeom prst="ellipse">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DA0C5D9-A6A8-4E08-9D05-0B21D2EAAB55}">
      <dsp:nvSpPr>
        <dsp:cNvPr id="0" name=""/>
        <dsp:cNvSpPr/>
      </dsp:nvSpPr>
      <dsp:spPr>
        <a:xfrm>
          <a:off x="772552" y="1179330"/>
          <a:ext cx="6516540" cy="58966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8047" tIns="53340" rIns="53340" bIns="53340" numCol="1" spcCol="1270" anchor="ctr" anchorCtr="0">
          <a:noAutofit/>
        </a:bodyPr>
        <a:lstStyle/>
        <a:p>
          <a:pPr marL="0" lvl="0" indent="0" algn="l" defTabSz="933450">
            <a:lnSpc>
              <a:spcPct val="90000"/>
            </a:lnSpc>
            <a:spcBef>
              <a:spcPct val="0"/>
            </a:spcBef>
            <a:spcAft>
              <a:spcPct val="35000"/>
            </a:spcAft>
            <a:buNone/>
          </a:pPr>
          <a:r>
            <a:rPr lang="en-IN" sz="2100" kern="1200" dirty="0"/>
            <a:t>E – Nginx: Web server for handling requests </a:t>
          </a:r>
        </a:p>
      </dsp:txBody>
      <dsp:txXfrm>
        <a:off x="772552" y="1179330"/>
        <a:ext cx="6516540" cy="589665"/>
      </dsp:txXfrm>
    </dsp:sp>
    <dsp:sp modelId="{B2437E36-4289-44EC-BD18-1E270C4053C5}">
      <dsp:nvSpPr>
        <dsp:cNvPr id="0" name=""/>
        <dsp:cNvSpPr/>
      </dsp:nvSpPr>
      <dsp:spPr>
        <a:xfrm>
          <a:off x="404011" y="1105622"/>
          <a:ext cx="737081" cy="737081"/>
        </a:xfrm>
        <a:prstGeom prst="ellipse">
          <a:avLst/>
        </a:prstGeom>
        <a:blipFill rotWithShape="0">
          <a:blip xmlns:r="http://schemas.openxmlformats.org/officeDocument/2006/relationships" r:embed="rId1"/>
          <a:srcRect/>
          <a:stretch>
            <a:fillRect l="-7000" r="-7000"/>
          </a:stretch>
        </a:blip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A207098-B173-4B5E-862C-21FAD78B4BBA}">
      <dsp:nvSpPr>
        <dsp:cNvPr id="0" name=""/>
        <dsp:cNvSpPr/>
      </dsp:nvSpPr>
      <dsp:spPr>
        <a:xfrm>
          <a:off x="772552" y="2063981"/>
          <a:ext cx="6516540" cy="58966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8047" tIns="53340" rIns="53340" bIns="53340" numCol="1" spcCol="1270" anchor="ctr" anchorCtr="0">
          <a:noAutofit/>
        </a:bodyPr>
        <a:lstStyle/>
        <a:p>
          <a:pPr marL="0" lvl="0" indent="0" algn="l" defTabSz="933450">
            <a:lnSpc>
              <a:spcPct val="90000"/>
            </a:lnSpc>
            <a:spcBef>
              <a:spcPct val="0"/>
            </a:spcBef>
            <a:spcAft>
              <a:spcPct val="35000"/>
            </a:spcAft>
            <a:buNone/>
          </a:pPr>
          <a:r>
            <a:rPr lang="en-IN" sz="2100" kern="1200" dirty="0"/>
            <a:t>M – MongoDB Atlas : Database for storing user data </a:t>
          </a:r>
        </a:p>
      </dsp:txBody>
      <dsp:txXfrm>
        <a:off x="772552" y="2063981"/>
        <a:ext cx="6516540" cy="589665"/>
      </dsp:txXfrm>
    </dsp:sp>
    <dsp:sp modelId="{626AD9A6-6EB5-4A6A-9D11-B82AB467AB37}">
      <dsp:nvSpPr>
        <dsp:cNvPr id="0" name=""/>
        <dsp:cNvSpPr/>
      </dsp:nvSpPr>
      <dsp:spPr>
        <a:xfrm>
          <a:off x="404011" y="1990273"/>
          <a:ext cx="737081" cy="737081"/>
        </a:xfrm>
        <a:prstGeom prst="ellipse">
          <a:avLst/>
        </a:prstGeom>
        <a:blipFill rotWithShape="0">
          <a:blip xmlns:r="http://schemas.openxmlformats.org/officeDocument/2006/relationships" r:embed="rId2"/>
          <a:srcRect/>
          <a:stretch>
            <a:fillRect t="-1000" b="-1000"/>
          </a:stretch>
        </a:blip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71F91D-112A-4B7F-8BE8-54C55CED01D5}">
      <dsp:nvSpPr>
        <dsp:cNvPr id="0" name=""/>
        <dsp:cNvSpPr/>
      </dsp:nvSpPr>
      <dsp:spPr>
        <a:xfrm>
          <a:off x="434483" y="2948633"/>
          <a:ext cx="6854609" cy="58966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8047" tIns="53340" rIns="53340" bIns="53340" numCol="1" spcCol="1270" anchor="ctr" anchorCtr="0">
          <a:noAutofit/>
        </a:bodyPr>
        <a:lstStyle/>
        <a:p>
          <a:pPr marL="0" lvl="0" indent="0" algn="l" defTabSz="933450">
            <a:lnSpc>
              <a:spcPct val="90000"/>
            </a:lnSpc>
            <a:spcBef>
              <a:spcPct val="0"/>
            </a:spcBef>
            <a:spcAft>
              <a:spcPct val="35000"/>
            </a:spcAft>
            <a:buNone/>
          </a:pPr>
          <a:r>
            <a:rPr lang="en-US" sz="2100" kern="1200" dirty="0"/>
            <a:t>P – PHP: Backend API for business logic </a:t>
          </a:r>
          <a:endParaRPr lang="en-IN" sz="2100" kern="1200" dirty="0"/>
        </a:p>
      </dsp:txBody>
      <dsp:txXfrm>
        <a:off x="434483" y="2948633"/>
        <a:ext cx="6854609" cy="589665"/>
      </dsp:txXfrm>
    </dsp:sp>
    <dsp:sp modelId="{9B5FC8D4-E30C-49E4-9E0F-B5606E654713}">
      <dsp:nvSpPr>
        <dsp:cNvPr id="0" name=""/>
        <dsp:cNvSpPr/>
      </dsp:nvSpPr>
      <dsp:spPr>
        <a:xfrm>
          <a:off x="65942" y="2874925"/>
          <a:ext cx="737081" cy="737081"/>
        </a:xfrm>
        <a:prstGeom prst="ellipse">
          <a:avLst/>
        </a:prstGeom>
        <a:blipFill rotWithShape="0">
          <a:blip xmlns:r="http://schemas.openxmlformats.org/officeDocument/2006/relationships" r:embed="rId3"/>
          <a:srcRect/>
          <a:stretch>
            <a:fillRect l="-19000" r="-19000"/>
          </a:stretch>
        </a:blip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B22D4E-8EEC-48C2-A5AF-5B2E5E7AA6CC}">
      <dsp:nvSpPr>
        <dsp:cNvPr id="0" name=""/>
        <dsp:cNvSpPr/>
      </dsp:nvSpPr>
      <dsp:spPr>
        <a:xfrm>
          <a:off x="1276156" y="198"/>
          <a:ext cx="2281186" cy="774415"/>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None/>
          </a:pPr>
          <a:r>
            <a:rPr lang="en-IN" sz="2000" kern="1200" dirty="0"/>
            <a:t>Frontend:</a:t>
          </a:r>
        </a:p>
        <a:p>
          <a:pPr marL="228600" lvl="1" indent="-228600" algn="l" defTabSz="889000">
            <a:lnSpc>
              <a:spcPct val="90000"/>
            </a:lnSpc>
            <a:spcBef>
              <a:spcPct val="0"/>
            </a:spcBef>
            <a:spcAft>
              <a:spcPct val="15000"/>
            </a:spcAft>
            <a:buNone/>
          </a:pPr>
          <a:r>
            <a:rPr lang="en-IN" sz="2000" kern="1200" dirty="0"/>
            <a:t>Next.js (React) </a:t>
          </a:r>
        </a:p>
      </dsp:txBody>
      <dsp:txXfrm>
        <a:off x="1276156" y="97000"/>
        <a:ext cx="1990780" cy="580811"/>
      </dsp:txXfrm>
    </dsp:sp>
    <dsp:sp modelId="{932FD60B-9E06-4BE3-9168-765A67D7F167}">
      <dsp:nvSpPr>
        <dsp:cNvPr id="0" name=""/>
        <dsp:cNvSpPr/>
      </dsp:nvSpPr>
      <dsp:spPr>
        <a:xfrm>
          <a:off x="244634" y="198"/>
          <a:ext cx="1031522" cy="774415"/>
        </a:xfrm>
        <a:prstGeom prst="roundRect">
          <a:avLst/>
        </a:prstGeom>
        <a:blipFill rotWithShape="0">
          <a:blip xmlns:r="http://schemas.openxmlformats.org/officeDocument/2006/relationships" r:embed="rId1"/>
          <a:srcRect/>
          <a:stretch>
            <a:fillRect l="-5000" r="-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endParaRPr lang="en-IN" sz="2500" kern="1200" dirty="0"/>
        </a:p>
      </dsp:txBody>
      <dsp:txXfrm>
        <a:off x="282438" y="38002"/>
        <a:ext cx="955914" cy="698807"/>
      </dsp:txXfrm>
    </dsp:sp>
    <dsp:sp modelId="{3BA9324E-8EB2-4879-85AF-9E8A76E333C2}">
      <dsp:nvSpPr>
        <dsp:cNvPr id="0" name=""/>
        <dsp:cNvSpPr/>
      </dsp:nvSpPr>
      <dsp:spPr>
        <a:xfrm>
          <a:off x="1233346" y="852055"/>
          <a:ext cx="2281186" cy="774415"/>
        </a:xfrm>
        <a:prstGeom prst="rightArrow">
          <a:avLst>
            <a:gd name="adj1" fmla="val 75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None/>
          </a:pPr>
          <a:r>
            <a:rPr lang="en-IN" sz="2000" kern="1200" dirty="0"/>
            <a:t>Styling :</a:t>
          </a:r>
        </a:p>
        <a:p>
          <a:pPr marL="228600" lvl="1" indent="-228600" algn="l" defTabSz="889000">
            <a:lnSpc>
              <a:spcPct val="90000"/>
            </a:lnSpc>
            <a:spcBef>
              <a:spcPct val="0"/>
            </a:spcBef>
            <a:spcAft>
              <a:spcPct val="15000"/>
            </a:spcAft>
            <a:buNone/>
          </a:pPr>
          <a:r>
            <a:rPr lang="en-IN" sz="2000" kern="1200" dirty="0"/>
            <a:t>Tailwind CSS</a:t>
          </a:r>
        </a:p>
      </dsp:txBody>
      <dsp:txXfrm>
        <a:off x="1233346" y="948857"/>
        <a:ext cx="1990780" cy="580811"/>
      </dsp:txXfrm>
    </dsp:sp>
    <dsp:sp modelId="{0D7F2978-5057-4FD0-9AE3-21BE3FFD8BB1}">
      <dsp:nvSpPr>
        <dsp:cNvPr id="0" name=""/>
        <dsp:cNvSpPr/>
      </dsp:nvSpPr>
      <dsp:spPr>
        <a:xfrm>
          <a:off x="287444" y="852055"/>
          <a:ext cx="945901" cy="774415"/>
        </a:xfrm>
        <a:prstGeom prst="roundRect">
          <a:avLst/>
        </a:prstGeom>
        <a:blipFill rotWithShape="0">
          <a:blip xmlns:r="http://schemas.openxmlformats.org/officeDocument/2006/relationships" r:embed="rId2"/>
          <a:srcRect/>
          <a:stretch>
            <a:fillRect l="-2000" r="-2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81915" rIns="163830" bIns="81915" numCol="1" spcCol="1270" anchor="ctr" anchorCtr="0">
          <a:noAutofit/>
        </a:bodyPr>
        <a:lstStyle/>
        <a:p>
          <a:pPr marL="0" lvl="0" indent="0" algn="ctr" defTabSz="1911350">
            <a:lnSpc>
              <a:spcPct val="90000"/>
            </a:lnSpc>
            <a:spcBef>
              <a:spcPct val="0"/>
            </a:spcBef>
            <a:spcAft>
              <a:spcPct val="35000"/>
            </a:spcAft>
            <a:buNone/>
          </a:pPr>
          <a:endParaRPr lang="en-IN" sz="4300" kern="1200" dirty="0"/>
        </a:p>
      </dsp:txBody>
      <dsp:txXfrm>
        <a:off x="325248" y="889859"/>
        <a:ext cx="870293" cy="6988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85195"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P1</a:t>
          </a:r>
        </a:p>
      </dsp:txBody>
      <dsp:txXfrm>
        <a:off x="185195" y="2027215"/>
        <a:ext cx="2679725" cy="426583"/>
      </dsp:txXfrm>
    </dsp:sp>
    <dsp:sp modelId="{BA29120C-7C6B-4F62-9079-4AD528BC0744}">
      <dsp:nvSpPr>
        <dsp:cNvPr id="0" name=""/>
        <dsp:cNvSpPr/>
      </dsp:nvSpPr>
      <dsp:spPr>
        <a:xfrm>
          <a:off x="2486"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User</a:t>
          </a:r>
        </a:p>
      </dsp:txBody>
      <dsp:txXfrm>
        <a:off x="33906" y="558042"/>
        <a:ext cx="2982302" cy="580810"/>
      </dsp:txXfrm>
    </dsp:sp>
    <dsp:sp modelId="{A95DB80B-444A-4D69-B205-3A801BB8524A}">
      <dsp:nvSpPr>
        <dsp:cNvPr id="0" name=""/>
        <dsp:cNvSpPr/>
      </dsp:nvSpPr>
      <dsp:spPr>
        <a:xfrm>
          <a:off x="1525057"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51377"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P2</a:t>
          </a:r>
        </a:p>
      </dsp:txBody>
      <dsp:txXfrm>
        <a:off x="1951377" y="1321276"/>
        <a:ext cx="2679725" cy="426583"/>
      </dsp:txXfrm>
    </dsp:sp>
    <dsp:sp modelId="{FA19A0AA-8B0B-4AA8-A80D-08CFFDD3F112}">
      <dsp:nvSpPr>
        <dsp:cNvPr id="0" name=""/>
        <dsp:cNvSpPr/>
      </dsp:nvSpPr>
      <dsp:spPr>
        <a:xfrm>
          <a:off x="1496744"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768669"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Frontend</a:t>
          </a:r>
        </a:p>
      </dsp:txBody>
      <dsp:txXfrm>
        <a:off x="1800089" y="2636221"/>
        <a:ext cx="2982302" cy="580810"/>
      </dsp:txXfrm>
    </dsp:sp>
    <dsp:sp modelId="{DBD74D6B-057A-432C-9067-BF618C19EB2A}">
      <dsp:nvSpPr>
        <dsp:cNvPr id="0" name=""/>
        <dsp:cNvSpPr/>
      </dsp:nvSpPr>
      <dsp:spPr>
        <a:xfrm>
          <a:off x="3291240"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717560"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P3</a:t>
          </a:r>
        </a:p>
      </dsp:txBody>
      <dsp:txXfrm>
        <a:off x="3717560" y="2027215"/>
        <a:ext cx="2679725" cy="426583"/>
      </dsp:txXfrm>
    </dsp:sp>
    <dsp:sp modelId="{0F979253-FD39-4920-BFCA-78C564B167EA}">
      <dsp:nvSpPr>
        <dsp:cNvPr id="0" name=""/>
        <dsp:cNvSpPr/>
      </dsp:nvSpPr>
      <dsp:spPr>
        <a:xfrm>
          <a:off x="3262927"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3534851"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PHP API</a:t>
          </a:r>
        </a:p>
      </dsp:txBody>
      <dsp:txXfrm>
        <a:off x="3566271" y="558042"/>
        <a:ext cx="2982302" cy="580810"/>
      </dsp:txXfrm>
    </dsp:sp>
    <dsp:sp modelId="{DCAE8A46-752C-4E82-84CE-E790E1F2918E}">
      <dsp:nvSpPr>
        <dsp:cNvPr id="0" name=""/>
        <dsp:cNvSpPr/>
      </dsp:nvSpPr>
      <dsp:spPr>
        <a:xfrm>
          <a:off x="505742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5483742"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P4</a:t>
          </a:r>
        </a:p>
      </dsp:txBody>
      <dsp:txXfrm>
        <a:off x="5483742" y="1321276"/>
        <a:ext cx="2679725" cy="426583"/>
      </dsp:txXfrm>
    </dsp:sp>
    <dsp:sp modelId="{B6459BF8-D2C3-4018-9C28-98667DC203F4}">
      <dsp:nvSpPr>
        <dsp:cNvPr id="0" name=""/>
        <dsp:cNvSpPr/>
      </dsp:nvSpPr>
      <dsp:spPr>
        <a:xfrm>
          <a:off x="502910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5301034"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MongoDB Atlas (Cloud)</a:t>
          </a:r>
        </a:p>
      </dsp:txBody>
      <dsp:txXfrm>
        <a:off x="5332454" y="2636221"/>
        <a:ext cx="2982302" cy="580810"/>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4/8/2026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4/8/2026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txBody>
          <a:bodyPr/>
          <a:lstStyle/>
          <a:p>
            <a:endParaRPr lang="en-IN"/>
          </a:p>
        </p:txBody>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3" r:id="rId9"/>
    <p:sldLayoutId id="2147483653" r:id="rId10"/>
    <p:sldLayoutId id="2147483663" r:id="rId11"/>
    <p:sldLayoutId id="2147483665" r:id="rId12"/>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microsoft.com/office/2007/relationships/hdphoto" Target="../media/hdphoto2.wdp"/><Relationship Id="rId13" Type="http://schemas.microsoft.com/office/2007/relationships/diagramDrawing" Target="../diagrams/drawing2.xml"/><Relationship Id="rId3" Type="http://schemas.openxmlformats.org/officeDocument/2006/relationships/diagramLayout" Target="../diagrams/layout1.xml"/><Relationship Id="rId7" Type="http://schemas.openxmlformats.org/officeDocument/2006/relationships/image" Target="../media/image9.png"/><Relationship Id="rId12" Type="http://schemas.openxmlformats.org/officeDocument/2006/relationships/diagramColors" Target="../diagrams/colors2.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11" Type="http://schemas.openxmlformats.org/officeDocument/2006/relationships/diagramQuickStyle" Target="../diagrams/quickStyle2.xml"/><Relationship Id="rId5" Type="http://schemas.openxmlformats.org/officeDocument/2006/relationships/diagramColors" Target="../diagrams/colors1.xml"/><Relationship Id="rId10" Type="http://schemas.openxmlformats.org/officeDocument/2006/relationships/diagramLayout" Target="../diagrams/layout2.xml"/><Relationship Id="rId4" Type="http://schemas.openxmlformats.org/officeDocument/2006/relationships/diagramQuickStyle" Target="../diagrams/quickStyle1.xml"/><Relationship Id="rId9"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83402" y="731520"/>
            <a:ext cx="10030968" cy="2697480"/>
          </a:xfrm>
        </p:spPr>
        <p:txBody>
          <a:bodyPr lIns="0" anchor="b" anchorCtr="0"/>
          <a:lstStyle/>
          <a:p>
            <a:r>
              <a:rPr lang="en-IN" dirty="0">
                <a:solidFill>
                  <a:srgbClr val="D84400"/>
                </a:solidFill>
              </a:rPr>
              <a:t>AssetIQ</a:t>
            </a:r>
            <a:br>
              <a:rPr lang="en-IN" dirty="0"/>
            </a:br>
            <a:r>
              <a:rPr lang="en-IN" b="0" dirty="0"/>
              <a:t>Smart Asset Manager </a:t>
            </a:r>
            <a:br>
              <a:rPr lang="en-IN" b="0" dirty="0"/>
            </a:br>
            <a:r>
              <a:rPr lang="en-IN" sz="2000" b="0" dirty="0"/>
              <a:t>(LEMP Stack Project)</a:t>
            </a:r>
            <a:endParaRPr lang="en-US" sz="2000" b="0"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183402" y="4234605"/>
            <a:ext cx="4912598" cy="847972"/>
          </a:xfrm>
        </p:spPr>
        <p:txBody>
          <a:bodyPr>
            <a:normAutofit/>
          </a:bodyPr>
          <a:lstStyle/>
          <a:p>
            <a:pPr marL="36000">
              <a:spcAft>
                <a:spcPts val="600"/>
              </a:spcAft>
            </a:pPr>
            <a:r>
              <a:rPr lang="en-US" sz="1600" dirty="0"/>
              <a:t>Name : Ishita Ghosh</a:t>
            </a:r>
          </a:p>
          <a:p>
            <a:pPr marL="36000">
              <a:lnSpc>
                <a:spcPct val="1000"/>
              </a:lnSpc>
              <a:spcAft>
                <a:spcPts val="600"/>
              </a:spcAft>
            </a:pPr>
            <a:r>
              <a:rPr lang="en-US" sz="1600" dirty="0"/>
              <a:t>College : Zeal College of Engineering and Research</a:t>
            </a:r>
          </a:p>
        </p:txBody>
      </p:sp>
      <p:pic>
        <p:nvPicPr>
          <p:cNvPr id="20" name="Picture Placeholder 19">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31219" r="31219"/>
          <a:stretch/>
        </p:blipFill>
        <p:spPr>
          <a:xfrm>
            <a:off x="7360920" y="1432486"/>
            <a:ext cx="3510518" cy="4037110"/>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4191166" y="2980309"/>
            <a:ext cx="5010585" cy="2826131"/>
          </a:xfrm>
        </p:spPr>
        <p:txBody>
          <a:bodyPr anchor="t" anchorCtr="0">
            <a:normAutofit/>
          </a:bodyPr>
          <a:lstStyle/>
          <a:p>
            <a:r>
              <a:rPr lang="en-US" sz="2400" b="1" dirty="0"/>
              <a:t>Problem Statement</a:t>
            </a:r>
          </a:p>
          <a:p>
            <a:r>
              <a:rPr lang="en-US" sz="2400" b="1" dirty="0"/>
              <a:t>Solution Overview </a:t>
            </a:r>
          </a:p>
          <a:p>
            <a:r>
              <a:rPr lang="en-US" sz="2400" b="1" dirty="0"/>
              <a:t>Tech Stack (LEMP Architecture) </a:t>
            </a:r>
          </a:p>
          <a:p>
            <a:r>
              <a:rPr lang="en-US" sz="2400" b="1" dirty="0"/>
              <a:t>Key Features </a:t>
            </a:r>
          </a:p>
          <a:p>
            <a:r>
              <a:rPr lang="en-US" sz="2400" b="1" dirty="0"/>
              <a:t>Conclusion &amp; Future Scope</a:t>
            </a:r>
            <a:r>
              <a:rPr lang="en-US" sz="2400" dirty="0"/>
              <a:t> </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noFill/>
        </p:spPr>
        <p:txBody>
          <a:bodyPr anchor="t" anchorCtr="0">
            <a:noAutofit/>
          </a:bodyPr>
          <a:lstStyle/>
          <a:p>
            <a:r>
              <a:rPr lang="en-US" dirty="0"/>
              <a:t>Problem Statement</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noFill/>
        </p:spPr>
        <p:txBody>
          <a:bodyPr>
            <a:normAutofit/>
          </a:bodyPr>
          <a:lstStyle/>
          <a:p>
            <a:r>
              <a:rPr lang="en-US" dirty="0"/>
              <a:t>Most people track expenses but not their total wealth </a:t>
            </a:r>
          </a:p>
          <a:p>
            <a:r>
              <a:rPr lang="en-US" dirty="0"/>
              <a:t>No single platform to manage assets and liabilities together </a:t>
            </a:r>
          </a:p>
          <a:p>
            <a:r>
              <a:rPr lang="en-US" dirty="0"/>
              <a:t>Difficult to calculate net worth manually </a:t>
            </a:r>
          </a:p>
          <a:p>
            <a:r>
              <a:rPr lang="en-US" dirty="0"/>
              <a:t>Lack of financial awareness and insights</a:t>
            </a:r>
          </a:p>
          <a:p>
            <a:r>
              <a:rPr lang="en-US" dirty="0"/>
              <a:t>Existing tools are either complex or incomplete </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3</a:t>
            </a:fld>
            <a:endParaRPr lang="en-US" dirty="0"/>
          </a:p>
        </p:txBody>
      </p:sp>
      <p:pic>
        <p:nvPicPr>
          <p:cNvPr id="8" name="Picture 7">
            <a:extLst>
              <a:ext uri="{FF2B5EF4-FFF2-40B4-BE49-F238E27FC236}">
                <a16:creationId xmlns:a16="http://schemas.microsoft.com/office/drawing/2014/main" id="{3B0200BA-927A-EFBA-FF9B-3860EDAB234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1468499" y="2962657"/>
            <a:ext cx="2779198" cy="2743199"/>
          </a:xfrm>
          <a:prstGeom prst="rect">
            <a:avLst/>
          </a:prstGeom>
        </p:spPr>
      </p:pic>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61FC-826B-9E03-E621-FE8E755FC7BF}"/>
              </a:ext>
            </a:extLst>
          </p:cNvPr>
          <p:cNvSpPr>
            <a:spLocks noGrp="1"/>
          </p:cNvSpPr>
          <p:nvPr>
            <p:ph type="title"/>
          </p:nvPr>
        </p:nvSpPr>
        <p:spPr>
          <a:xfrm>
            <a:off x="914400" y="2487168"/>
            <a:ext cx="4572000" cy="737295"/>
          </a:xfrm>
        </p:spPr>
        <p:txBody>
          <a:bodyPr>
            <a:normAutofit fontScale="90000"/>
          </a:bodyPr>
          <a:lstStyle/>
          <a:p>
            <a:r>
              <a:rPr lang="en-IN" dirty="0"/>
              <a:t>Key Features : </a:t>
            </a:r>
            <a:br>
              <a:rPr lang="en-IN" dirty="0"/>
            </a:br>
            <a:br>
              <a:rPr lang="en-IN" dirty="0"/>
            </a:br>
            <a:endParaRPr lang="en-IN" sz="2000" b="0" dirty="0">
              <a:latin typeface="+mn-lt"/>
            </a:endParaRPr>
          </a:p>
        </p:txBody>
      </p:sp>
      <p:sp>
        <p:nvSpPr>
          <p:cNvPr id="4" name="Slide Number Placeholder 3">
            <a:extLst>
              <a:ext uri="{FF2B5EF4-FFF2-40B4-BE49-F238E27FC236}">
                <a16:creationId xmlns:a16="http://schemas.microsoft.com/office/drawing/2014/main" id="{BA206825-4DE4-7D3E-F717-0419D9A55439}"/>
              </a:ext>
            </a:extLst>
          </p:cNvPr>
          <p:cNvSpPr>
            <a:spLocks noGrp="1"/>
          </p:cNvSpPr>
          <p:nvPr>
            <p:ph type="sldNum" sz="quarter" idx="12"/>
          </p:nvPr>
        </p:nvSpPr>
        <p:spPr/>
        <p:txBody>
          <a:bodyPr/>
          <a:lstStyle/>
          <a:p>
            <a:fld id="{69E57DC2-970A-4B3E-BB1C-7A09969E49DF}" type="slidenum">
              <a:rPr lang="en-US" smtClean="0"/>
              <a:t>4</a:t>
            </a:fld>
            <a:endParaRPr lang="en-US" dirty="0"/>
          </a:p>
        </p:txBody>
      </p:sp>
      <p:pic>
        <p:nvPicPr>
          <p:cNvPr id="10" name="Content Placeholder 9">
            <a:extLst>
              <a:ext uri="{FF2B5EF4-FFF2-40B4-BE49-F238E27FC236}">
                <a16:creationId xmlns:a16="http://schemas.microsoft.com/office/drawing/2014/main" id="{C606A663-07C5-3ED7-D5E8-7FBA7797CDCD}"/>
              </a:ext>
            </a:extLst>
          </p:cNvPr>
          <p:cNvPicPr>
            <a:picLocks noGrp="1" noChangeAspect="1"/>
          </p:cNvPicPr>
          <p:nvPr>
            <p:ph idx="1"/>
          </p:nvPr>
        </p:nvPicPr>
        <p:blipFill>
          <a:blip r:embed="rId2"/>
          <a:stretch>
            <a:fillRect/>
          </a:stretch>
        </p:blipFill>
        <p:spPr>
          <a:xfrm>
            <a:off x="5874619" y="2087566"/>
            <a:ext cx="5685322" cy="3733915"/>
          </a:xfrm>
          <a:prstGeom prst="rect">
            <a:avLst/>
          </a:prstGeom>
        </p:spPr>
      </p:pic>
      <p:sp>
        <p:nvSpPr>
          <p:cNvPr id="14" name="TextBox 13">
            <a:extLst>
              <a:ext uri="{FF2B5EF4-FFF2-40B4-BE49-F238E27FC236}">
                <a16:creationId xmlns:a16="http://schemas.microsoft.com/office/drawing/2014/main" id="{2FBA4ECB-B849-BAAD-FFAF-5D82D3C54805}"/>
              </a:ext>
            </a:extLst>
          </p:cNvPr>
          <p:cNvSpPr txBox="1"/>
          <p:nvPr/>
        </p:nvSpPr>
        <p:spPr>
          <a:xfrm>
            <a:off x="823638" y="3224463"/>
            <a:ext cx="4967562" cy="2031325"/>
          </a:xfrm>
          <a:prstGeom prst="rect">
            <a:avLst/>
          </a:prstGeom>
        </p:spPr>
        <p:txBody>
          <a:bodyPr wrap="square" rtlCol="0">
            <a:spAutoFit/>
          </a:bodyPr>
          <a:lstStyle/>
          <a:p>
            <a:pPr marL="285750" indent="-285750">
              <a:buFont typeface="Arial" panose="020B0604020202020204" pitchFamily="34" charset="0"/>
              <a:buChar char="•"/>
            </a:pPr>
            <a:r>
              <a:rPr lang="en-US" dirty="0">
                <a:solidFill>
                  <a:schemeClr val="bg1"/>
                </a:solidFill>
              </a:rPr>
              <a:t>Developed a Smart Asset Manager web application.</a:t>
            </a:r>
          </a:p>
          <a:p>
            <a:pPr marL="285750" indent="-285750">
              <a:buFont typeface="Arial" panose="020B0604020202020204" pitchFamily="34" charset="0"/>
              <a:buChar char="•"/>
            </a:pPr>
            <a:r>
              <a:rPr lang="en-US" dirty="0">
                <a:solidFill>
                  <a:schemeClr val="bg1"/>
                </a:solidFill>
              </a:rPr>
              <a:t>Allows users to track assets and liabilities in one place.</a:t>
            </a:r>
          </a:p>
          <a:p>
            <a:pPr marL="285750" indent="-285750">
              <a:buFont typeface="Arial" panose="020B0604020202020204" pitchFamily="34" charset="0"/>
              <a:buChar char="•"/>
            </a:pPr>
            <a:r>
              <a:rPr lang="en-US" dirty="0">
                <a:solidFill>
                  <a:schemeClr val="bg1"/>
                </a:solidFill>
              </a:rPr>
              <a:t>Automatically calculates net worth.</a:t>
            </a:r>
          </a:p>
          <a:p>
            <a:pPr marL="285750" indent="-285750">
              <a:buFont typeface="Arial" panose="020B0604020202020204" pitchFamily="34" charset="0"/>
              <a:buChar char="•"/>
            </a:pPr>
            <a:r>
              <a:rPr lang="en-US" dirty="0">
                <a:solidFill>
                  <a:schemeClr val="bg1"/>
                </a:solidFill>
              </a:rPr>
              <a:t>Provides smart financial insights.</a:t>
            </a:r>
          </a:p>
          <a:p>
            <a:pPr marL="285750" indent="-285750">
              <a:buFont typeface="Arial" panose="020B0604020202020204" pitchFamily="34" charset="0"/>
              <a:buChar char="•"/>
            </a:pPr>
            <a:r>
              <a:rPr lang="en-US" dirty="0">
                <a:solidFill>
                  <a:schemeClr val="bg1"/>
                </a:solidFill>
              </a:rPr>
              <a:t>Secure login ensures user-specific data</a:t>
            </a:r>
            <a:endParaRPr lang="en-IN" sz="1800" dirty="0">
              <a:solidFill>
                <a:schemeClr val="bg1"/>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1539333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B4E4B-8350-AD08-608A-C993C0148994}"/>
              </a:ext>
            </a:extLst>
          </p:cNvPr>
          <p:cNvSpPr>
            <a:spLocks noGrp="1"/>
          </p:cNvSpPr>
          <p:nvPr>
            <p:ph type="title"/>
          </p:nvPr>
        </p:nvSpPr>
        <p:spPr>
          <a:xfrm>
            <a:off x="683394" y="731520"/>
            <a:ext cx="9480884" cy="1453415"/>
          </a:xfrm>
        </p:spPr>
        <p:txBody>
          <a:bodyPr>
            <a:normAutofit/>
          </a:bodyPr>
          <a:lstStyle/>
          <a:p>
            <a:r>
              <a:rPr lang="en-IN" sz="4000" dirty="0"/>
              <a:t>Tech Stack (LEMP Architecture)</a:t>
            </a:r>
          </a:p>
        </p:txBody>
      </p:sp>
      <p:sp>
        <p:nvSpPr>
          <p:cNvPr id="4" name="Slide Number Placeholder 3">
            <a:extLst>
              <a:ext uri="{FF2B5EF4-FFF2-40B4-BE49-F238E27FC236}">
                <a16:creationId xmlns:a16="http://schemas.microsoft.com/office/drawing/2014/main" id="{6E6E490D-ADF7-01FC-4F5B-69AB7A23B8B4}"/>
              </a:ext>
            </a:extLst>
          </p:cNvPr>
          <p:cNvSpPr>
            <a:spLocks noGrp="1"/>
          </p:cNvSpPr>
          <p:nvPr>
            <p:ph type="sldNum" sz="quarter" idx="12"/>
          </p:nvPr>
        </p:nvSpPr>
        <p:spPr/>
        <p:txBody>
          <a:bodyPr/>
          <a:lstStyle/>
          <a:p>
            <a:fld id="{CBD12358-51D2-46B3-9BDE-DF29528B9454}" type="slidenum">
              <a:rPr lang="en-US" smtClean="0"/>
              <a:t>5</a:t>
            </a:fld>
            <a:endParaRPr lang="en-US" dirty="0"/>
          </a:p>
        </p:txBody>
      </p:sp>
      <p:graphicFrame>
        <p:nvGraphicFramePr>
          <p:cNvPr id="8" name="Content Placeholder 7">
            <a:extLst>
              <a:ext uri="{FF2B5EF4-FFF2-40B4-BE49-F238E27FC236}">
                <a16:creationId xmlns:a16="http://schemas.microsoft.com/office/drawing/2014/main" id="{2EBFF4A9-7165-A3FB-FF59-7C3BD61A6EA6}"/>
              </a:ext>
            </a:extLst>
          </p:cNvPr>
          <p:cNvGraphicFramePr>
            <a:graphicFrameLocks noGrp="1"/>
          </p:cNvGraphicFramePr>
          <p:nvPr>
            <p:ph idx="14"/>
            <p:extLst>
              <p:ext uri="{D42A27DB-BD31-4B8C-83A1-F6EECF244321}">
                <p14:modId xmlns:p14="http://schemas.microsoft.com/office/powerpoint/2010/main" val="3299762326"/>
              </p:ext>
            </p:extLst>
          </p:nvPr>
        </p:nvGraphicFramePr>
        <p:xfrm>
          <a:off x="4485371" y="2461944"/>
          <a:ext cx="7340631" cy="38329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76DB6407-AB7F-0DCF-FAD1-7D42BB29F25B}"/>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Lst>
          </a:blip>
          <a:stretch>
            <a:fillRect/>
          </a:stretch>
        </p:blipFill>
        <p:spPr>
          <a:xfrm>
            <a:off x="4668253" y="2764856"/>
            <a:ext cx="490888" cy="531257"/>
          </a:xfrm>
          <a:prstGeom prst="rect">
            <a:avLst/>
          </a:prstGeom>
        </p:spPr>
      </p:pic>
      <p:graphicFrame>
        <p:nvGraphicFramePr>
          <p:cNvPr id="12" name="Diagram 11">
            <a:extLst>
              <a:ext uri="{FF2B5EF4-FFF2-40B4-BE49-F238E27FC236}">
                <a16:creationId xmlns:a16="http://schemas.microsoft.com/office/drawing/2014/main" id="{7C7011B8-7E18-B900-2D19-854FA73410FA}"/>
              </a:ext>
            </a:extLst>
          </p:cNvPr>
          <p:cNvGraphicFramePr/>
          <p:nvPr>
            <p:extLst>
              <p:ext uri="{D42A27DB-BD31-4B8C-83A1-F6EECF244321}">
                <p14:modId xmlns:p14="http://schemas.microsoft.com/office/powerpoint/2010/main" val="1021408720"/>
              </p:ext>
            </p:extLst>
          </p:nvPr>
        </p:nvGraphicFramePr>
        <p:xfrm>
          <a:off x="683394" y="3429000"/>
          <a:ext cx="3801978" cy="162667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44202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User Flow</a:t>
            </a:r>
          </a:p>
        </p:txBody>
      </p:sp>
      <p:sp>
        <p:nvSpPr>
          <p:cNvPr id="10" name="Content Placeholder 9">
            <a:extLst>
              <a:ext uri="{FF2B5EF4-FFF2-40B4-BE49-F238E27FC236}">
                <a16:creationId xmlns:a16="http://schemas.microsoft.com/office/drawing/2014/main" id="{633B199B-AFAF-FCA4-CEA7-D9E73D7079E5}"/>
              </a:ext>
            </a:extLst>
          </p:cNvPr>
          <p:cNvSpPr>
            <a:spLocks noGrp="1"/>
          </p:cNvSpPr>
          <p:nvPr>
            <p:ph idx="1"/>
          </p:nvPr>
        </p:nvSpPr>
        <p:spPr>
          <a:xfrm>
            <a:off x="914400" y="1251284"/>
            <a:ext cx="5900286" cy="1217596"/>
          </a:xfrm>
        </p:spPr>
        <p:txBody>
          <a:bodyPr>
            <a:normAutofit/>
          </a:bodyPr>
          <a:lstStyle/>
          <a:p>
            <a:pPr marL="0" indent="0">
              <a:buNone/>
            </a:pPr>
            <a:r>
              <a:rPr lang="en-US" sz="2000" dirty="0"/>
              <a:t>The overall flow is user interacts with frontend, which communicates with PHP APIs, and data is stored in MongoDB.</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4154465498"/>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EF3EC-0B4F-6970-0AF5-1D8E43695613}"/>
              </a:ext>
            </a:extLst>
          </p:cNvPr>
          <p:cNvSpPr>
            <a:spLocks noGrp="1"/>
          </p:cNvSpPr>
          <p:nvPr>
            <p:ph type="title"/>
          </p:nvPr>
        </p:nvSpPr>
        <p:spPr>
          <a:xfrm>
            <a:off x="914400" y="2697480"/>
            <a:ext cx="4206240" cy="3108960"/>
          </a:xfrm>
        </p:spPr>
        <p:txBody>
          <a:bodyPr/>
          <a:lstStyle/>
          <a:p>
            <a:r>
              <a:rPr lang="en-IN" sz="2000" dirty="0"/>
              <a:t>PHP Backend Live on EC2</a:t>
            </a:r>
            <a:br>
              <a:rPr lang="en-IN" sz="1400" b="0" dirty="0"/>
            </a:br>
            <a:br>
              <a:rPr lang="en-IN" sz="1400" b="0" dirty="0"/>
            </a:br>
            <a:r>
              <a:rPr lang="en-IN" sz="1600" b="0" dirty="0"/>
              <a:t>{"message":"API Server Running"}</a:t>
            </a:r>
            <a:br>
              <a:rPr lang="en-IN" sz="1600" b="0" dirty="0"/>
            </a:br>
            <a:br>
              <a:rPr lang="en-IN" sz="1600" b="0" dirty="0"/>
            </a:br>
            <a:r>
              <a:rPr lang="en-IN" sz="1600" b="0" dirty="0"/>
              <a:t>Means:</a:t>
            </a:r>
            <a:br>
              <a:rPr lang="en-IN" sz="1600" b="0" dirty="0"/>
            </a:br>
            <a:br>
              <a:rPr lang="en-IN" sz="1600" b="0" dirty="0"/>
            </a:br>
            <a:r>
              <a:rPr lang="en-IN" sz="1600" b="0" dirty="0"/>
              <a:t>✅ Backend LIVE on EC2</a:t>
            </a:r>
            <a:br>
              <a:rPr lang="en-IN" sz="1600" b="0" dirty="0"/>
            </a:br>
            <a:r>
              <a:rPr lang="en-IN" sz="1600" b="0" dirty="0"/>
              <a:t>✅ API reachable from internet</a:t>
            </a:r>
            <a:br>
              <a:rPr lang="en-IN" sz="1600" b="0" dirty="0"/>
            </a:br>
            <a:r>
              <a:rPr lang="en-IN" sz="1600" b="0" dirty="0"/>
              <a:t>✅ MongoDB connected</a:t>
            </a:r>
            <a:br>
              <a:rPr lang="en-IN" sz="1600" b="0" dirty="0"/>
            </a:br>
            <a:endParaRPr lang="en-IN" sz="1600" b="0" dirty="0"/>
          </a:p>
        </p:txBody>
      </p:sp>
      <p:sp>
        <p:nvSpPr>
          <p:cNvPr id="4" name="Slide Number Placeholder 3">
            <a:extLst>
              <a:ext uri="{FF2B5EF4-FFF2-40B4-BE49-F238E27FC236}">
                <a16:creationId xmlns:a16="http://schemas.microsoft.com/office/drawing/2014/main" id="{FE1A3FB8-7031-7095-B49E-7134328D77E3}"/>
              </a:ext>
            </a:extLst>
          </p:cNvPr>
          <p:cNvSpPr>
            <a:spLocks noGrp="1"/>
          </p:cNvSpPr>
          <p:nvPr>
            <p:ph type="sldNum" sz="quarter" idx="34"/>
          </p:nvPr>
        </p:nvSpPr>
        <p:spPr/>
        <p:txBody>
          <a:bodyPr/>
          <a:lstStyle/>
          <a:p>
            <a:fld id="{47FEACEE-25B4-4A2D-B147-27296E36371D}" type="slidenum">
              <a:rPr lang="en-US" altLang="zh-CN" noProof="0" smtClean="0"/>
              <a:pPr/>
              <a:t>7</a:t>
            </a:fld>
            <a:endParaRPr lang="en-US" altLang="zh-CN" noProof="0" dirty="0"/>
          </a:p>
        </p:txBody>
      </p:sp>
      <p:pic>
        <p:nvPicPr>
          <p:cNvPr id="8" name="Content Placeholder 7">
            <a:extLst>
              <a:ext uri="{FF2B5EF4-FFF2-40B4-BE49-F238E27FC236}">
                <a16:creationId xmlns:a16="http://schemas.microsoft.com/office/drawing/2014/main" id="{E98773FE-D7B2-2EEF-D80E-67324ED7916E}"/>
              </a:ext>
            </a:extLst>
          </p:cNvPr>
          <p:cNvPicPr>
            <a:picLocks noGrp="1" noChangeAspect="1"/>
          </p:cNvPicPr>
          <p:nvPr>
            <p:ph sz="quarter" idx="35"/>
          </p:nvPr>
        </p:nvPicPr>
        <p:blipFill>
          <a:blip r:embed="rId2"/>
          <a:stretch>
            <a:fillRect/>
          </a:stretch>
        </p:blipFill>
        <p:spPr bwMode="auto">
          <a:xfrm>
            <a:off x="5120640" y="4054506"/>
            <a:ext cx="5820402" cy="216341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B8A28F5B-0247-B3C2-D73F-13B17F0C54C1}"/>
              </a:ext>
            </a:extLst>
          </p:cNvPr>
          <p:cNvPicPr>
            <a:picLocks noChangeAspect="1"/>
          </p:cNvPicPr>
          <p:nvPr/>
        </p:nvPicPr>
        <p:blipFill>
          <a:blip r:embed="rId3"/>
          <a:stretch>
            <a:fillRect/>
          </a:stretch>
        </p:blipFill>
        <p:spPr>
          <a:xfrm>
            <a:off x="5116314" y="640080"/>
            <a:ext cx="5820402" cy="3043593"/>
          </a:xfrm>
          <a:prstGeom prst="rect">
            <a:avLst/>
          </a:prstGeom>
        </p:spPr>
      </p:pic>
    </p:spTree>
    <p:extLst>
      <p:ext uri="{BB962C8B-B14F-4D97-AF65-F5344CB8AC3E}">
        <p14:creationId xmlns:p14="http://schemas.microsoft.com/office/powerpoint/2010/main" val="4043815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dirty="0"/>
              <a:t>Future Scope</a:t>
            </a: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a:bodyPr>
          <a:lstStyle/>
          <a:p>
            <a:pPr marL="0" indent="0">
              <a:buNone/>
            </a:pPr>
            <a:r>
              <a:rPr lang="en-US" dirty="0"/>
              <a:t>• AI-based financial recommendations  </a:t>
            </a:r>
          </a:p>
          <a:p>
            <a:pPr marL="0" indent="0">
              <a:buNone/>
            </a:pPr>
            <a:r>
              <a:rPr lang="en-US" dirty="0"/>
              <a:t>• Mobile application development  </a:t>
            </a:r>
          </a:p>
          <a:p>
            <a:pPr marL="0" indent="0">
              <a:buNone/>
            </a:pPr>
            <a:r>
              <a:rPr lang="en-US" dirty="0"/>
              <a:t>• Bank API integration for real-time data  </a:t>
            </a:r>
          </a:p>
          <a:p>
            <a:pPr marL="0" indent="0">
              <a:buNone/>
            </a:pPr>
            <a:r>
              <a:rPr lang="en-US" dirty="0"/>
              <a:t>• Advanced analytics and prediction  </a:t>
            </a:r>
          </a:p>
          <a:p>
            <a:pPr marL="0" indent="0">
              <a:buNone/>
            </a:pPr>
            <a:r>
              <a:rPr lang="en-US" dirty="0"/>
              <a:t>• Budget planning and expense tracking</a:t>
            </a:r>
          </a:p>
        </p:txBody>
      </p:sp>
      <p:pic>
        <p:nvPicPr>
          <p:cNvPr id="12" name="Picture Placeholder 11">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982" r="18982"/>
          <a:stretch/>
        </p:blipFill>
        <p:spPr>
          <a:xfrm>
            <a:off x="6439301" y="365760"/>
            <a:ext cx="5752699" cy="6119438"/>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7822C-DA2D-7ADD-2F25-95B83828E365}"/>
              </a:ext>
            </a:extLst>
          </p:cNvPr>
          <p:cNvSpPr>
            <a:spLocks noGrp="1"/>
          </p:cNvSpPr>
          <p:nvPr>
            <p:ph type="title"/>
          </p:nvPr>
        </p:nvSpPr>
        <p:spPr/>
        <p:txBody>
          <a:bodyPr/>
          <a:lstStyle/>
          <a:p>
            <a:r>
              <a:rPr lang="en-IN" dirty="0"/>
              <a:t>Conclusion</a:t>
            </a:r>
          </a:p>
        </p:txBody>
      </p:sp>
      <p:sp>
        <p:nvSpPr>
          <p:cNvPr id="3" name="Text Placeholder 2">
            <a:extLst>
              <a:ext uri="{FF2B5EF4-FFF2-40B4-BE49-F238E27FC236}">
                <a16:creationId xmlns:a16="http://schemas.microsoft.com/office/drawing/2014/main" id="{B44B018E-CF40-88DE-9102-2F952BEC298B}"/>
              </a:ext>
            </a:extLst>
          </p:cNvPr>
          <p:cNvSpPr>
            <a:spLocks noGrp="1"/>
          </p:cNvSpPr>
          <p:nvPr>
            <p:ph type="body" sz="quarter" idx="28"/>
          </p:nvPr>
        </p:nvSpPr>
        <p:spPr>
          <a:xfrm>
            <a:off x="6096000" y="4023360"/>
            <a:ext cx="5586984" cy="1005840"/>
          </a:xfrm>
        </p:spPr>
        <p:txBody>
          <a:bodyPr>
            <a:noAutofit/>
          </a:bodyPr>
          <a:lstStyle/>
          <a:p>
            <a:r>
              <a:rPr lang="en-US" dirty="0"/>
              <a:t>In conclusion, AssetIQ is a smart asset management system that helps users track their assets and liabilities efficiently. It provides net worth calculation and useful insights, improving financial awareness. The system is simple, secure, and user-friendly.</a:t>
            </a:r>
            <a:endParaRPr lang="en-IN" dirty="0"/>
          </a:p>
        </p:txBody>
      </p:sp>
    </p:spTree>
    <p:extLst>
      <p:ext uri="{BB962C8B-B14F-4D97-AF65-F5344CB8AC3E}">
        <p14:creationId xmlns:p14="http://schemas.microsoft.com/office/powerpoint/2010/main" val="4263031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Thanks for being patient !</a:t>
            </a:r>
          </a:p>
          <a:p>
            <a:pPr lvl="0"/>
            <a:endParaRPr lang="en-US" dirty="0"/>
          </a:p>
          <a:p>
            <a:pPr lvl="0"/>
            <a:endParaRPr lang="en-US" dirty="0"/>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212</TotalTime>
  <Words>335</Words>
  <Application>Microsoft Office PowerPoint</Application>
  <PresentationFormat>Widescreen</PresentationFormat>
  <Paragraphs>65</Paragraphs>
  <Slides>10</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等线</vt:lpstr>
      <vt:lpstr>Abadi</vt:lpstr>
      <vt:lpstr>Arial</vt:lpstr>
      <vt:lpstr>Calibri</vt:lpstr>
      <vt:lpstr>Posterama</vt:lpstr>
      <vt:lpstr>Posterama Text SemiBold</vt:lpstr>
      <vt:lpstr>Custom</vt:lpstr>
      <vt:lpstr>AssetIQ Smart Asset Manager  (LEMP Stack Project)</vt:lpstr>
      <vt:lpstr>Agenda </vt:lpstr>
      <vt:lpstr>Problem Statement</vt:lpstr>
      <vt:lpstr>Key Features :   </vt:lpstr>
      <vt:lpstr>Tech Stack (LEMP Architecture)</vt:lpstr>
      <vt:lpstr>User Flow</vt:lpstr>
      <vt:lpstr>PHP Backend Live on EC2  {"message":"API Server Running"}  Means:  ✅ Backend LIVE on EC2 ✅ API reachable from internet ✅ MongoDB connected </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Ishita Ghosh</dc:creator>
  <cp:lastModifiedBy>Ishita Ghosh</cp:lastModifiedBy>
  <cp:revision>2</cp:revision>
  <dcterms:created xsi:type="dcterms:W3CDTF">2026-04-07T08:54:26Z</dcterms:created>
  <dcterms:modified xsi:type="dcterms:W3CDTF">2026-04-08T07:08:54Z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